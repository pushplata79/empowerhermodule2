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330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11-18T13:48:24.6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11467 2985 196 0,'19'7'548'0,"0"-3"-245"0,5 2-154 0,1-4-49 0,5 0 9 0,0-4-3 0,0 0 3 0,2-2-7 0,-2 0 0 0,-2-1-3 0,-1 1-9 0,-5-2 2 0,-1 3-5 0,-4-2-6 0,-2 3 3 0,-3 0-8 0,-4 0-9 0,0 1-16 0,-3 0-22 0,-1 1-14 0,-2-2-8 0,1 0-14 0,-3 2-15 0,0 0-22 0,-3 0-22 0,3 0-36 0,-2 0-32 0,2 0-80 0,0 0-102 0,0 0-236 0,0 0-360 0</inkml:trace>
  <inkml:trace contextRef="#ctx0" brushRef="#br0" timeOffset="4105.56">1721 6513 85 0,'-5'0'74'0,"2"-2"0"16,0 1-2-16,-1 1 1 0,-1-1-12 0,2-1-15 0,-2 2-1 0,2 0-5 0,-1 0 5 0,1 0 0 0,-3 0-5 16,1 0-1-16,2 0-9 0,-2-2-6 0,2 2-9 0,-2 0 4 0,2 0-9 15,-3 0-1-15,3 0-4 0,-2 0 0 0,0 0 0 0,-1 0 0 0,1 0-10 16,0 0 0-16,-2 0 0 0,2 0 5 0,-1 0 0 16,-1 0 0-16,1 0-5 0,-2 0 1 0,2 0-1 0,1 0 10 0,-3 0-1 15,0 0 6-15,2 2 0 0,-2-2-1 0,3 0 15 0,-1 0 0 0,-2 0 0 0,3 0 0 0,-1 0 5 16,1 0-1-16,-1 0 10 0,0 0-6 0,3 0 10 0,-1 0 5 0,1 0 3 15,1 0 0-15,1 0-4 0,-1 0 3 0,1 0-4 0,-1 0 4 0,2 0-5 16,0 0 8-16,0 0-4 0,0 0 3 0,0 0 5 0,0 0-1 0,0 0 3 0,0 0 0 16,0 0 0-16,0 0 3 0,0 0-1 0,0 0-4 0,0 0 3 0,0 0-5 0,0 0 0 0,2-2 0 31,-1 2-1-31,-1-1-1 0,2 0 0 0,-2-1-1 0,1-2 4 0,1 4-2 0,-2-3 1 0,2 2-1 0,-1 0-5 0,-1-2 4 0,2 0 6 0,0 3-1 16,-1-2 9-16,1-1 3 0,2 1-2 0,-2 1 3 0,-1 0-5 0,2-3 3 0,-1 3-7 15,1 0-2-15,-1-3-3 0,-1 3 2 0,1 0 2 0,1-1-7 0,-1-1 0 16,0 2-6-16,-1 1-1 0,1-2-3 0,2 1-6 0,-2 1 2 0,1-2 3 0,0 1 4 15,0 1 2-15,-1-2 4 0,1 1 2 0,2 1-1 0,0-2 2 0,-2 2-1 16,3-1 1-16,0 1-5 0,-1 0 1 0,0-2 0 0,0 2-3 0,4 0-8 0,-3 0-4 16,-1 0-5-16,2 0-4 15,-1 0-2-15,0 0-9 16,0 0-2-16,1 0-4 0,-1 0-4 0,1 0 2 0,0 0-2 0,-2 2-2 0,1-1 2 0,1-1-2 0,-1 2 0 0,2-1 0 0,-2 1 0 0,1 1-2 0,-1-2-2 0,3 1 4 16,-2 0 0-16,1 2-2 0,-2-2 2 0,3 2-2 0,-2-2 2 0,-1 2 0 15,2-3 0-15,1 2-4 0,-2 0 1 0,-1 2 1 0,2-2 2 16,-1 2 2-16,0-5-2 0,3 6 2 0,-2-4-2 0,1 2 4 0,-1-2-3 0,0 1-1 15,0 0 0-15,1 0 0 0,-1 0-2 0,0-1 4 0,0 1-1 0,3 0-1 16,-3 0 0-16,0-1 0 0,1 2-2 0,-1-3-4 0,0 0 0 0,0 3 4 0,1-3 0 0,0 0 0 31,-1 1-2-31,2 1 0 0,-2-2 0 0,-1 1 2 0,-1 1-1 0,3-3 1 0,-2 2-2 0,2 1 2 0,-1-1 0 0,2-1 2 0,-2 1-2 0,0 1 0 0,0-3 0 16,1 2 0-16,-1 2-1 0,0-4 1 0,0 2 0 0,3-2-4 0,-3 2 0 16,0-2 1-16,1 2 1 0,-1-1 1 0,0-1-2 0,3 1-1 0,-3 1 0 0,0-2 0 15,1 1 0-15,2-1 2 0,-1 2-4 0,-2-1 2 0,3-1 0 0,-2 2 4 16,1-1 0-16,-1-1-4 0,1 2 0 0,-1-1 0 0,-1-1 1 0,3 2-1 15,-1-2 0-15,-2 0 0 0,2 0 0 0,0 0 4 0,0 0 2 0,-1 0-4 0,1 1 0 16,-1-1-2-16,2 0 0 0,-3 2 0 0,2-2 0 0,-1 1 2 0,0 1 0 0,1-2 0 16,-2 0 2-16,1 0-4 15,-1 1 0-15,0-1-2 16,0 2 2-16,0-2-1 0,0 1-1 0,-2-1 2 0,1 0 0 0,2 1 2 0,-1-1 0 0,-2 2 0 0,-1-2 0 0,3 2 0 0,-2-2-2 0,-1 0 0 0,3 1 0 0,-3-1 0 16,2 0 0-16,-2 1 0 0,0 1 0 0,0-2 0 0,0 0-1 15,-1 0-1-15,2 2 0 0,1-2 0 0,-2 1 0 0,-2 0-2 0,2-1 4 16,-2 0 0-16,2 0 0 0,-1 2 0 0,1 0 0 0,0-2 0 0,1 0 2 0,-1 0 4 15,-2 0-2-15,3 0 0 0,-1 0 2 0,1 0-2 0,-1 0 2 0,0 1 0 16,1-1-2-16,2 1 0 0,-2 1 0 0,-1-2 2 0,3 3 0 0,0-3-1 16,-2 0 3-1,4 0-4-15,-2 0 2 0,1 0-2 0,-1 0 2 0,0 0 0 0,0 0-1 0,1 0-1 0,-1 0 4 0,0 0-2 0,0 0 0 0,3 0-1 16,-3 2 1-16,0-2 0 0,1 0-2 0,-1 3-2 0,2-3 2 0,-2 0 0 0,1 0 2 0,-1 2-3 16,-1-1 1-16,-1-1 0 0,3 1-2 0,-1 0 0 0,-3-1-2 0,1 3 2 15,0-3 0-15,-1 0 0 0,0 0 0 0,-2 0 2 0,2 2-2 0,-2-2 0 16,0 0 0-16,1 0 0 0,-2 0 0 0,0 0 0 0,1 0 0 0,-3 0 4 15,2 2-2-15,-1-2 0 0,-1 0 0 0,2 0 0 0,-2 0-1 0,0 0 1 16,0 0 0-16,0 0 2 0,0 0 0 0,0 0-2 0,0 0 1 0,0 0 1 16,0 0 0-16,0 0-1 15,0 0 3-15,0 0 0 16,0 0-3-16,0 0 5 0,0 0-3 0,0 0 1 0,0 0-3 0,0 0 5 0,0 0-3 0,0 0 3 0,0 0-3 0,0 0-1 0,0 0 1 0,0 0-1 0,0 0-3 0,0 0 3 16,0 0 0-16,0 0-2 0,0 0-1 0,0 0-1 0,0 0-7 0,0 0-9 15,0 0-17-15,0 0-23 0,0 0-22 0,0 0-24 0,0 0-26 16,0 0-31-16,0 0-54 0,0 0-67 0,0 0-176 0,0 0-274 0,3 0-322 15,0 0-404-15</inkml:trace>
  <inkml:trace contextRef="#ctx0" brushRef="#br0" timeOffset="5288.68">4776 6717 170 0,'0'0'475'0,"0"0"-97"0,0 0-86 0,0 0-57 0,0 0-37 0,0 0-31 0,0 0-21 0,0 0-15 0,0 0-8 0,0 0-16 16,0 0-3-16,0 0-10 0,0 0-1 0,0 0-9 0,0 0-8 16,0 0-4-16,0 0-5 0,0 0-4 0,0 0-8 0,0 0 3 0,0 0-7 15,0 0-4-15,0 0-4 0,0 0-2 0,2-1-5 0,-1-2 0 0,-1 3 0 16,2-2-3-16,1 2 0 0,0 0 2 0,0-2-6 0,2 2 0 0,0 0-3 0,-1 0 2 15,3-3 0-15,-1 3-5 0,2-2-1 0,0 2 0 0,0-1 0 0,0 1 0 0,4-1 0 16,-2 1-3-16,1-2 3 0,0 0-1 0,0 2 3 0,3-1 5 16,-3 0 3-16,2 1 2 0,3-2 2 0,-2 0 4 0,0 2 3 0,2-1 5 0,0 1-2 15,3-1 0-15,-3-1 5 0,1 2 0 0,2-2 0 16,-2 1 0-16,3 1-4 0,-2-1-3 0,3 1-2 0,-2-2-1 16,1 1-3-16,2 1-4 0,-2-2-7 0,3 1-4 0,-2 1 1 0,0-2-5 0,-1 2-1 0,2-1-2 15,0-1-4-15,-1 2-2 0,-1 0 0 0,1 0 0 0,-2 0-4 0,1 0 0 0,-2 0 0 16,-1 0-4-16,2 0 4 0,-3 0 0 0,3 0-1 15,-5 0 1-15,2 0-2 0,-2 0 2 0,0 2 0 0,-2-1-4 0,-1-1 2 0,1 2-2 0,-1-2 0 16,-3 1-1-16,3 1 1 0,-3-2-2 0,0 1 4 0,0 1 0 0,-2-2-2 16,1 1 0-16,-1-1-4 0,-1 1 2 0,1 1 2 0,0-2 0 15,-1 2-2-15,-2-1 2 16,2-1 2-16,-2 1-2 0,2-1 1 0,-2 2-1 0,0 0 2 0,0-2 0 0,0 1 0 0,1-1 0 0,-3 0 5 0,1 0-1 16,-1 0-1-16,1 0 5 0,-2 0-3 0,0 0 2 0,0 0 2 0,2 0 0 0,-2 0 0 15,0 0-2-15,0 0 0 0,1 0 0 0,-1 0-2 0,2 0-2 0,-2 0 2 16,0 0-3-16,0 0-1 0,0 0-3 0,0 0 0 0,0 0-6 0,0 0-8 15,0 0-16-15,0 0-18 0,0 0-21 0,0 0-27 0,0 0-29 0,0 0-29 16,0 0-43-16,0 1-49 0,0-1-92 0,0 0-142 0,0 0-259 0,0 0-421 16</inkml:trace>
  <inkml:trace contextRef="#ctx0" brushRef="#br0" timeOffset="7154.71">7478 6595 122 0,'-8'0'204'0,"-3"3"-30"0,2-1-29 0,-1-1-21 0,1 1-13 0,-1 1-10 0,-1-2-16 0,0 1-6 0,0-1-1 0,1 0-5 0,-2 3 0 0,2-3-11 16,1 0-4-16,-2 1 3 0,0 0 0 0,1-2 8 0,-1 1 3 0,0 0 0 0,0-1 2 0,0 2-8 0,1 0 3 0,0-2-5 0,-2 1 3 0,4-1 0 15,-2 1-6-15,0 1 4 0,2-2-8 0,-2 3-5 0,1-3 0 0,1 0-4 0,0 2-8 16,-1-2 3-16,-1 0-11 0,2 3 4 15,2-3 2-15,-2 0 8 0,0 0-5 0,2 0-3 0,-1 0 3 0,1 0 0 0,0 0-1 16,1 0 6-16,-1 0 3 0,3 0 3 0,-1 0 0 0,0 0 2 0,-1 0-1 31,0 0 2-31,2 0-3 0,2 0 3 0,-1 0-5 0,0 0 3 0,-1 0-4 0,2 0 3 0,-1 0-4 0,2 0-3 0,0 0-4 0,0 0-5 0,0 0-4 16,0 0-2-16,0 0-3 0,0 0-9 0,0 0 1 0,0 0-1 0,0 0-2 0,0 0-6 16,2 0 1-16,-1 0-1 0,2 0-2 0,-1 0-3 0,1 0 3 0,0 0-1 15,2 0 6-15,1 0-2 0,1 0-1 0,-1 0 8 0,1 0-3 0,2 0 5 0,0 0 2 16,1 0 6-16,1 0-1 0,0 0 4 0,0 0 3 0,3 0 5 0,-3 0-1 15,3 0-3-15,-1 0 4 0,0 0 0 0,1 0-3 0,2 0 0 0,-2 0-5 16,2 0-3-16,1 0-1 16,-2 0-8-16,0 0 0 0,3 0-2 0,-1 0-2 0,0 0-2 0,-1 0-5 0,2 2 3 0,-1-1-7 0,0-1 0 0,-1 1-2 15,2 0 0-15,-2-1 0 0,1 3-2 0,2-3 3 0,-2 0-3 0,2 2 0 16,-3-2 2-16,5 2 0 0,-3 0 0 0,2-2 0 0,0 0 0 0,-1 0 0 16,2 0 0-16,-1 1-2 0,-1-1 2 0,3 1 0 0,-1-1 2 0,-2 2 1 15,1-2-3-15,1 2-2 0,-2-1 2 0,0-1 0 0,0 1 0 0,-2-1 2 16,0 2-2-16,1-1 0 0,-2 1 0 0,-2-1 6 15,3 1-2-15,-4-1 3 0,1 1-3 0,-1-1 2 0,-2-1 0 0,3 2 2 16,-4-1 4 0,4 1-2-16,-3-1 0 0,0 1 4 0,2 1 0 0,-2-2 3 0,1-1 1 0,-2 3-3 0,3-3 4 0,-1 2 0 0,-1-1 4 0,-1-1 0 0,4 1 1 15,-1-1 1-15,-1 2-1 0,1 0-1 0,1-2 0 0,-1 1-2 0,0-1 0 0,2 0 0 16,-2 0-1-16,3 0 1 0,-2 0-1 0,2 0-2 0,-2 0 0 0,3 0-5 16,-2 0 2-16,2 0-1 0,-1 0-1 0,0 0 1 0,0 0 0 0,-1 0 0 15,1 0 0-15,0 0-2 0,0 0 1 0,0 0-1 0,0 0 0 0,-1 0-4 0,1 0 3 16,1 0-2-16,-1 0-1 0,0 0-1 0,-2 0 0 0,0 0-3 0,1-1 0 15,-1 1 2 1,0-2-4-16,0 0 1 0,-1 2-1 0,0 0-2 0,-1-1-1 0,1 1 1 0,0 0-2 0,-2 0 0 0,1 0 0 0,-1-1 0 0,-1-1-2 0,1 2 2 16,-3 0-1-16,3-2-1 0,-2 2 2 0,-1-1-1 0,0 1-1 0,0 0 1 15,1 0-1-15,-2 0 1 0,1 0 2 0,-2 0 1 0,2 0-1 0,0 0 1 16,0 0-1-16,-2 0-1 0,2 0 0 0,0 0-1 0,-2 0-2 0,1 0 1 16,-1 0 1-16,2 0-1 0,-2 0 1 0,2 0 2 0,-1 0-1 0,0 0-1 15,-2 0 1-15,3 0 0 0,0 0 0 0,0 0-2 0,-2 0 4 16,1 0-1-16,-1 0 2 0,2 0-3 0,1 0 0 0,-2 0 0 31,-1 0-1-31,2 0-1 0,-1 0 1 0,2 0-1 0,-3 0-1 0,2 0 0 0,1 0 0 0,-1 0 2 0,0 0-4 0,-1 0 2 0,0 0 2 0,1 0-2 16,-1 0 1-16,-1 0 4 0,3 0-2 0,-1 0 1 0,-3 0 1 0,2 0-2 0,-1 0 1 15,1 0 1-15,-2 0 1 0,3 0-2 0,-3 0 2 0,0 0-3 0,1 0 3 0,-1 0 0 16,0 0 0-16,-1 0-1 0,0 0-4 0,0 0 2 0,-2 0 0 0,4 0 2 16,-3 0-2-16,0 0 0 0,-1 0 1 0,1 0 1 0,-1 0-1 0,-1 0 1 15,1 0-2-15,1 0 1 0,-1 0-1 0,-1 0 2 0,3 0-1 0,0 0-1 16,-1 0 2-1,0 0-2-15,-1 0 1 0,3 0-1 0,-2 0 0 0,2 0-1 0,-2 0 1 0,3 0 1 0,-3 0-2 0,2 0-1 0,-2 0 2 0,2 0-1 16,-2 0-1-16,2 0 1 0,1 0-1 0,-1 0 1 0,0 0-1 0,-1 0 4 16,1 0-4-16,-1-1 1 0,0 1-1 0,2 0-1 0,-1 0 0 0,0 0 2 0,1-2-1 15,-2 2 4-15,0 0-4 0,2 0 2 0,-1 0-1 0,0 0-1 0,1 0-1 16,-1 0 0-16,-2 0 2 0,3 0 2 0,-1 0 1 0,0 0-2 0,1 0 0 16,-1 0 0-16,0 0 1 0,1 0 1 0,0 0-1 0,-1 0-1 0,2 0 2 15,-1-1-1-15,0 1 2 0,0 0-1 0,1 0-1 0,-1 0 1 0,1-2-1 16,0 1 1-16,-2 1-2 0,1 0 3 0,-1 0-2 15,0 0-2 1,1 0 2-16,0 0 1 0,-2 0-1 0,-1 0 1 0,2 0-2 0,-2 0-2 0,0 0 4 0,0 0-2 0,-1 0 0 0,2 0 0 0,-2 0 0 0,-1 0-2 16,1 0 1-16,1-2-1 0,-1 2 1 0,1 0-2 0,0 0 1 0,1-1-1 15,-1 1 2-15,0-2-1 0,1 2 1 0,-1 0-1 0,-1-1 2 0,3 1 0 16,-2 0 0-16,2-2 0 0,0 1 0 0,2 1 0 0,-2 0 2 0,0-2-2 0,0 2 1 16,0-1-1-16,-1-1 2 0,2 2-1 0,-1 0-1 0,2-1-1 15,-3-1 1-15,1 2 0 0,0-1 0 0,1 1-2 0,0 0 4 0,-1-1 1 0,-2 1 0 0,2-2-2 31,0 2 2-31,-2 0 0 0,3 0-1 0,-3 0-1 0,1 0-1 0,-1 0 2 0,0-2-2 0,0 2 0 0,-1 0 0 16,1-1 1-16,-1 1 1 0,-1-1-2 0,1 1-2 0,2 0-1 0,-2 0 3 0,-1 0-1 0,1 0-1 0,-2 0 2 16,2 0 0-16,-1 0 2 0,-1 0-2 0,0 0 0 0,0 0-2 0,0 0-1 15,2 0 2-15,-2 0 1 0,0 0 1 0,0 0 2 0,0 0-1 0,0 0-2 16,0 0 0-16,0 0 1 0,0 0-1 0,0 0 0 0,0 0 2 0,0 0-1 16,0 0 2-16,0 0 0 0,0 0-1 0,0 0 1 0,0 0 0 0,0 0-2 15,0 0 2-15,0 0-1 0,0 0 2 31,0 0 0-31,0 0-2 0,0 0 2 0,0 0 1 0,0 0-1 0,0 0 2 0,0 0 1 0,0 0-2 0,0 0 0 0,0 0 0 0,0 0 2 0,0 0 2 0,0 0-1 16,0 0 1-16,0 0-1 0,0 0 2 0,0 0 0 0,0 0 0 0,0 0 0 0,0 0-1 16,0 0 2-16,0 0 2 0,0 0-1 0,0 0 6 0,0 0-1 15,0 0 2-15,0 0 1 0,0 0 1 0,0 0 2 0,0 0 2 0,0 0 1 0,0 0 2 16,0 0 1-16,0 0-2 0,0 0 1 0,0 0-2 0,0 0-1 0,0 0-2 0,0 0-2 16,0 0 2-16,0 0-2 0,0 0 0 0,0 0-1 0,0 0 0 0,0 0-1 15,0 0 1-15,0 0-1 0,0 0 3 16,0 0 2-16,0 0 0 0,0 0 2 0,0 0 1 0,0 0 2 0,0 0 2 0,0 0 2 0,0 0 2 0,0 0-2 0,0 0 3 15,0 0-1-15,0 0 0 0,0 0-2 0,0 0 0 0,0 0-1 0,0 0-1 16,0 0-2-16,0 0-2 0,0 0-2 0,0 0-3 0,0 0-2 0,0 0-3 16,0 0-1-16,0 0-2 0,0 0-1 0,0 0-1 0,0 0-3 0,0 0-1 0,0 0-1 15,0 0-2-15,0 0 0 0,0 0-1 0,0 0 0 0,0 0 0 0,0 0 0 16,0 0-1-16,0 0-1 0,0 0 0 0,0 0-1 0,0 0 1 0,0 0-1 16,0 0 1-16,0 0-1 15,0 0 2-15,0 0-1 0,0 0-1 0,0 0 0 16,0 0 0-16,0 0-1 0,0 0 1 0,0 0 0 0,0 0 0 0,0 0 0 0,0 0 0 0,0 0 1 0,0 0-1 0,0 0 0 0,0 0-3 0,0 0 1 15,0 0-2-15,0 0-2 0,0 0-5 0,0 0-9 0,0 0-14 0,0 0-17 16,0 0-22-16,0 0-26 0,0 0-28 0,0 0-32 16,0-2-38-16,2 0-46 0,-2 2-82 0,0 0-125 0,0 0-199 0,0 0-317 15,0 0-392-15,1 0-494 0</inkml:trace>
  <inkml:trace contextRef="#ctx0" brushRef="#br0" timeOffset="8534.37">10427 6657 96 0,'0'0'338'0,"0"0"-62"0,0 0-48 0,0 0-35 0,0 0-32 0,0 0-17 0,0 0-17 0,0 0-10 0,0 0-15 0,0 0-6 0,0 0-10 0,0 0-9 0,0 0-5 0,0 0-1 0,0 0-1 0,0 0-9 0,0 0 0 0,0 0-4 0,0 0-5 0,0 0 7 15,0 0-4-15,0 0-5 0,0 0 0 0,0 0 3 0,0 0 3 0,0 0-4 16,0 0-1-16,0 0-4 0,0 0 3 0,0 0 3 0,0 0-7 0,0 0 6 16,0 0-7-16,0 0-7 0,0 0 0 0,0 0-7 0,0 0 0 0,0 0-3 15,0 0-4-15,0 0-6 16,0 0 0-16,0 0 0 0,0 0 1 0,1 0-5 0,-1 0 1 0,2 0-6 0,-1 0 6 0,1 0 3 0,1 0 2 0,-1 0 4 15,0 0 2-15,-1 0 8 0,2 0 1 0,1 0 7 0,-1 0 0 0,0 0 0 16,3 0 2-16,-1 0-1 0,-2 0 0 0,3 0 7 0,-1 0-6 0,0 0 3 16,1 2-6-16,-1-1 1 0,1-1 1 0,-1 0-7 15,3 0-1-15,0 0 1 0,-2 0 2 0,2 1 0 0,0-1-1 0,1 0 2 0,-1 0 2 16,0 2 0-16,0-1-1 0,3-1 3 0,-1 0 5 0,-1 2 1 16,0-1-3-16,1-1-1 0,-2 0 0 0,4 2-7 0,-3-2 0 0,0 1-1 15,0 1-1-15,1-2-3 0,0 0 1 0,0 1-4 0,-2-1-3 0,2 2-1 0,0-1-3 0,0-1-5 16,-2 2 0-16,2-2-2 0,-1 1 0 0,-1 1 0 0,0-2-1 0,0 0-2 15,1 1-1-15,-1 1-2 0,2-2-3 0,-1 0 0 0,-1 1-2 0,2-1 0 16,-2 0-2-16,4 1 4 0,-4 1-4 0,2-2 1 0,-1 2-1 0,-1-1 0 16,2-1-1-16,-1 1 3 0,-1-1-1 0,0 2-1 0,0 0 2 0,3-2 0 0,-3 1-2 15,0 0 2-15,1-1-1 0,-1 2-3 0,2 0-1 0,-2-2 4 0,1 1-1 16,-1-1 0-16,0 1-1 16,0 1-2-16,1-2 3 0,-2 3 2 0,-1-3-2 0,2 0 1 0,0 2 1 0,0-2-2 0,-2 0 3 0,2 2 4 0,0-2 1 15,-2 3 2-15,2-2 3 0,0-1 7 0,0 1-1 0,-2-1 4 0,2 1 2 16,-1 2-2-16,0-3 1 0,1 0 3 0,0 0 1 0,-1 0-2 0,-1 0 2 0,3 0-2 15,-2 0-2-15,1 0-2 0,-2 0-5 0,3 0 1 0,-2 0-5 16,-1 0 0-16,2 0-4 0,1 0 4 0,-1 0-2 16,0 0 2-16,3 0-1 0,-3 0 2 0,3 0-2 0,0 0 0 0,-1 0 0 0,-1 2 3 15,5-2 1-15,-3 2 0 16,-1-2 0-16,2 0 0 0,1 2-2 0,-3-1-2 0,4-1 0 0,-1 1-2 0,-1-1 1 0,1 2-3 0,-1 0 1 0,0-2-2 0,-1 1-1 16,1-1-2-16,-1 0-3 0,1 1 0 0,-2-1-2 0,0 2 2 15,1-2 1-15,0 0-1 0,-3 0-1 0,0 1 1 0,1-1-2 0,-1 0 0 0,0 0 1 16,0 0 1-16,-2 0 0 0,1 0-1 0,-2 0 3 0,-1 2 0 15,1-2 1-15,0 0-1 0,1 0 2 0,-3 0 0 0,2 0 3 0,-2 0 3 0,2 0-1 0,-2 0 2 16,2 0-1-16,-2 0 1 0,3 0-1 0,-3 0 2 0,2 0-2 0,0 0 0 16,0 0-2-1,0 0 0-15,1 0-1 0,0-2-2 0,0 2-1 0,-1 0 0 0,3 0-3 0,0-1-1 0,-2 1 0 0,2 0-1 0,-1 0 0 0,0-2-3 16,1 2 1-16,0 0 2 0,-1-1 0 0,2 1-2 0,-1 0 1 0,0 0-1 16,0 0 0-16,1 0-3 0,-1 0 1 0,0 0 2 0,1 0 0 0,-1 0 1 15,-1 0-1-15,-1 0-2 0,2 0 0 0,0 0-1 0,-2 0 0 0,2 0 2 16,-1 0 0-16,0 0 1 0,-2 0 0 0,1 0 0 0,-1 0-2 0,0 0-1 15,-2 0 1-15,3 0 0 0,-1 0 2 0,-2 0 1 0,1 0 0 0,-3 0-1 16,2 0 0-16,-1 0 0 0,0 0-1 0,-1 0 0 16,2 0 0-1,-3 0 2-15,2 0 1 0,-2 0 0 0,0 0 1 0,0 0-2 0,0 0 2 0,0 0 0 0,0 0 1 0,3 0 3 0,-3 0 2 0,0 0 2 16,0 0 2-16,0 0 2 0,0 0 0 0,0 0 3 0,0 0 3 0,0 0 1 0,0 0 1 16,0 0 2-16,0 0-1 0,0 0-1 0,0 0-1 0,0 0-1 0,0 0-1 15,0 0-1-15,0 0-1 0,0 0-1 0,0 0-4 0,0 0-1 0,0 0-2 0,0 0-3 16,0 0-1-16,0 0-1 0,0 0-1 0,0 0-1 0,0 0 0 0,1 0-1 15,-1 0 0-15,0 0-2 0,0 0-6 0,0 0-7 0,0 0-12 0,0 0-13 16,0 0-15-16,0 0-22 16,0 0-20-16,0 0-28 0,0 0-26 0,0 0-30 0,0 0-37 0,0 0-41 0,0 0-57 0,0 0-78 0,0 0-118 0,0 0-169 0,0 0-273 0,0 0-401 15</inkml:trace>
  <inkml:trace contextRef="#ctx0" brushRef="#br0" timeOffset="10133.34">13119 6582 285 0,'-3'0'250'0,"0"0"-65"0,0 0-44 0,0 0-36 0,-2 0-24 0,2 0-11 0,2 0-10 0,-3 0 0 0,1 0-5 0,0 0-1 0,0 0-13 0,-1 0-1 0,1 0 0 0,0 0 4 0,0 0-9 16,-2 0 0-16,2 0 4 0,0 0-1 15,0 0 1-15,-2 0 8 0,2 0-5 0,0 0 4 0,-3 0-5 0,2 0 1 0,-2 0 3 0,1 0 3 16,0 0 1-16,1 0-1 0,-4 0-1 0,3 0 4 16,-1 0-8-16,-1 0 3 0,2 0 0 0,-4 2-4 0,3-2 0 0,1 1-5 0,-1-1 0 0,-1 0-4 15,1 1 0-15,0-1-4 0,-1 2-3 0,3-2-1 0,-1 0-4 0,0 0 1 16,-1 0-1-16,1 0 0 0,0 1 0 0,1-1-7 0,0 0 1 0,-2 0 2 0,2 0-3 15,1 2 7-15,-2-2-1 0,1 0-2 0,1 1-5 0,0-1 8 0,1 0-1 16,-1 0-3-16,0 2 0 0,0-2 0 0,0 1-1 0,1-1 1 0,1 0 0 16,-1 0 3-16,-1 0-1 0,1 0 4 0,2 0 0 0,-1 0 0 0,-1 0 3 0,2 0-1 15,0 0 4-15,0 0 0 0,0 0-1 0,0 0 7 0,0 0-4 0,0 0 6 16,0 0-4 0,0 0 0-16,0 0 6 0,0 0 0 0,2 2 2 0,-1-2 6 0,1 0-4 0,1 0 9 0,0 0 1 0,-1 0 8 0,4 1 4 0,-3-1 2 15,2 0 4-15,1 0 2 0,1 0 0 0,-1 0 1 0,5 0 1 0,-3 0 3 16,0 0 1-16,3 0-2 0,-2 0-2 0,3 0 0 0,-2 0-3 0,2 0-6 15,-1 0-4-15,3 0-7 0,-3 0-4 0,3 0-2 0,1 0-7 0,-1 0-4 16,0 0-5-16,2-1-2 0,-2-1-6 0,0 2-6 0,2 0-1 16,1 0-4-16,-2 0-2 0,2 0-1 0,-3 0 1 0,4 0-2 0,-4 0 0 0,2 0-1 15,-2 0-1-15,2 0 2 0,-2 0 2 0,0 0-5 16,0 0 1-16,-1 0 2 16,1 0 0-16,-1 2 0 0,-1-2-3 0,1 1-1 0,1-1 3 0,-2 0 0 0,0 2 0 0,1-2-1 0,0 0 0 0,1 0 1 15,-3 0 1-15,2 1-2 0,-1-1 0 0,1 0-5 0,-1 0 2 0,3 2 0 0,-1-2-4 0,-1 0 3 16,1 0-3-16,0 0-2 0,-1 1-1 0,2-1 2 0,-2 2-2 0,3-2 1 15,-2 0-2-15,2 1 1 0,-2-1-1 0,3 2 1 0,-2-1 1 0,2-1-1 16,1 1 0-16,-1-1 2 0,-1 2-1 0,1 0-1 0,-1-2 2 0,1 1 0 16,-1-1 2-16,-2 1-1 0,2 1-1 0,-2-2 0 0,-1 2 2 0,3-2 0 0,-3 1-2 15,1 0 1 1,0-1 1-16,0 2-1 0,-1 0 3 0,1-2-1 0,-3 1-2 0,2-1 1 0,-1 1 1 0,1 1 0 0,1-2-1 0,-3 3 1 0,1-3-1 16,-2 0 1-16,0 2 0 0,1-2-2 0,-2 0 3 0,1 0-1 0,-2 0 0 0,1 0 0 15,-1 0 2-15,-1 0-2 0,-1 0 0 0,1 0 3 0,0 0-1 16,-2 0 2-16,0 0 0 0,-2 0-1 0,2 0 1 0,-2 0 3 0,3 0-1 0,-1 0 0 15,-2 0 1-15,0 0-1 0,0 0 2 0,-1 0-1 16,1 0-1-16,1 0 0 0,-3 0 1 0,2 0 4 0,0 0-1 0,-1 0-2 0,-1 0-1 0,2 0 2 16,-1 0-2-16,0 0 0 0,1 0-2 15,0 0 1 1,0 0-1-16,1 0 1 0,-1-2-2 0,0 2-2 0,1 0 0 0,-1-3 0 0,1 3-1 0,0 0 0 0,0 0 0 0,1-2-2 0,-2 2 1 0,3-1-2 16,-2 1 0-16,1 0 1 0,0-1-2 0,0 1 1 0,1-2-1 0,0 0 0 15,-3 2-1-15,2-1-1 0,0 0 1 0,-2 1 0 0,2 0 1 0,-2 0 1 0,3 0 0 16,-2-2 1-16,-1 2-1 0,0 0 0 0,0 0 1 0,0 0-1 0,-1 0 2 0,0 0 1 15,-1 0-1-15,2 0 2 0,-3 0 1 0,2 0-1 0,0 0 5 0,-1 0-1 16,-1 0 2-16,3 0 2 0,-3 0 0 0,0 0 4 0,0 0 0 0,0 0 4 16,0 0-2-1,0 0 0-15,0 0-1 0,0 0-2 0,0 0 0 0,0 0 0 0,0 0-3 0,0 0-1 0,0 0-2 0,0 0 1 0,0 0-3 0,0 0-2 16,0 0-2-16,0 0-2 0,0 0 0 0,0 0 1 0,0 0 1 0,0 0-1 16,0 0 0-16,0 0 1 0,0 0-2 0,0 0 2 0,0 0-2 0,0 0-2 15,0 0 1-15,0 0 0 0,0 0 2 0,0 0-2 0,0 0 1 0,0 0 0 16,0 0 4-16,0 0-1 0,0 0-1 0,0 0 2 0,0 0 1 0,0 0 0 0,0 0 1 15,0 0 0-15,0 0 1 0,0 0 1 0,0 0 0 0,0 0 2 16,0 0-1-16,0 0 2 0,0 0-1 0,0 0 0 16,0 0 2-1,0 0 3-15,0 0 1 0,0 0 1 0,0 0 1 0,0 0 2 0,0 0 0 0,0 0 1 0,0 0-1 0,0 0-1 0,0 0 0 0,0 0-1 0,0 0 0 0,0 0-1 0,0 0-1 16,0 0-1-16,0 0-2 0,0 0 0 0,0 0-2 0,0 0-2 16,0 0 0-16,0 0-2 0,0 0-1 0,0 0 0 0,0 0 1 0,0 0-3 15,0 0 1-15,0 0 0 0,0 0 0 0,0 0 0 0,0 0-2 0,0 0-1 16,0 0 0-16,0 0-1 0,0 0 0 0,0 0 1 0,0 0 0 0,0 0 0 0,0 0 0 0,0 0-1 15,0 0 0-15,0 0-1 0,0 0 0 0,0 0 0 0,0 0 2 16,0 0-1-16,0 0 1 0,0 0 1 0,0 0 1 0,0 0-1 0,0 0 1 16,0 0-1-16,0 0 1 0,0 0 1 0,0 0 1 0,0 0-2 0,0 0 0 0,0 0 0 15,0 0-1-15,0 0 0 0,0 0-1 0,0 0 1 0,0 0 0 0,0 0-2 16,0 0 0-16,0 0 0 0,0 0-1 0,0 0 0 0,0 0 1 0,0 0 3 16,0 0 0-16,0 0 0 0,0 0 0 0,0 0 0 0,0 0-1 0,0 0 1 15,0 0 0-15,0 0 1 0,0 0 0 0,0 0 0 0,0 0 0 0,0 0 0 16,0 0-1-16,0 0-4 15,0 0 2-15,0 0-2 0,0 0 1 0,0 0 0 0,0 0-1 0,0 0 1 0,0 0-1 0,0 0 0 0,0 0 0 0,0 0-2 16,0 0 0-16,0 0 0 0,0 0 0 0,0 0 1 0,0 0 0 0,0 0 0 16,0 0-1-16,0 0-1 0,0 0 1 0,0 0 0 0,0 0-1 0,0 0 0 15,0 0 2-15,0 0 0 0,0 0 1 0,0 0 0 0,0 0-1 16,0 0 0-16,0 0 0 0,0 0 1 0,0 0 1 0,0 0-1 16,0 0 0-16,0 0 2 0,0 0 0 0,0 0 0 0,0 0 0 0,0 0-1 0,0 0 1 15,0 0-1 1,0 0 1-16,0 0-1 0,0 0 1 0,0 0-2 0,0 0 1 0,0 0 0 0,0 0-1 0,0 0-1 0,0 0 0 0,0 0 0 0,0 0 0 0,0 0-1 15,0 0 0-15,0 0-1 0,0 0 1 0,0 0-1 0,0 0 1 0,0 0 0 16,0 0 0-16,0 0-1 0,0 0 1 0,0 0 1 0,0 0 0 0,0 0-1 16,0 0 0-16,2 0 1 0,-2 0-1 0,0-2 0 0,0 2-1 0,0 0 1 0,0 0 0 15,0 0 0-15,0 0 0 0,0 0 1 0,0 0-1 0,0 0 0 0,0 0 0 16,0 0 0-16,0 0 0 0,0 0-1 0,0 0 1 0,0 0 0 0,0 0-1 0,0 0 1 16,0 0-2-1,0 0-2-15,0 0-2 0,0 0-2 0,0 0-3 0,0 0-6 0,0 0-4 0,1-1-9 0,-1 1-8 0,0 0-9 0,0 0-11 16,0 0-13-16,0 0-16 0,2-1-16 0,-2 1-19 0,1 0-27 0,-1 0-24 15,0 0-30-15,0 0-30 0,0 0-35 0,0 0-39 0,0 0-47 0,0 0-68 0,0 0-96 16,0 0-189-16,0 0-310 0,0 0-337 0</inkml:trace>
  <inkml:trace contextRef="#ctx0" brushRef="#br0" timeOffset="12305.23">16484 6694 206 0,'3'2'349'0,"-1"-2"-116"0,2 0-74 0,0 0-40 0,-1 0-31 0,0 1-14 0,0-1-10 0,2 0-5 0,0 0-5 0,-2 0-6 0,5 1 1 0,-4-1-1 15,1 0 0-15,0 0-9 0,2 0 12 0,2 0-4 0,-3 0 4 0,2 0 3 0,0 0 0 0,3 2 4 32,-2-2-2-32,3 2-3 0,0-2 3 0,-1 0-1 0,3 0 0 0,-2 1 3 0,0-1-1 0,4 0-4 0,-2 0 0 0,4 1-1 0,-4-1-8 0,3 0-4 15,-1 2 0-15,1-2-8 0,1 0 0 0,-2 0 0 0,2 0-4 0,-1 0-3 16,0 0-8-16,-1 0-6 0,1 0 6 0,-1 0-6 0,1 0 6 0,-1 0-3 15,3 0-1-15,-2 0 4 0,-1 0-3 0,1 0 3 0,0 0 0 0,1 0 3 16,-2 0 0-16,3 0 4 0,0 0-1 0,-3 0 4 0,4 0-1 0,-2 0-3 16,2 0-1-16,1 0 1 0,-2 0 0 0,2 0 2 0,1 0-2 15,-5 0-4-15,4 0 3 0,1 0 0 0,-1 0 0 16,0 0 2-16,0 0-2 0,0 0 3 0,1 0-4 16,1 0 6-16,-1 0 4 0,-1 0-5 0,3 0 10 0,-1 0 0 0,0 0-1 0,1 0 2 0,-1 0 4 0,-1 0-2 15,-1 0-2-15,3 0-1 0,-2 0 3 0,0 0 2 0,-5 0-3 0,5 0-4 0,-4 0-2 16,1 0-3-16,-1 0-3 0,-1 0 0 0,-2 0-3 0,0 0 3 15,0 0-3-15,-4 0 0 0,1 0 2 0,-2 0 0 0,2 0-5 0,-3-2-1 0,0 2-2 0,-1-1 3 16,-1 1-1-16,-1 0 3 0,3 0-3 0,-2-1-2 0,-1 1-1 0,-1-2-1 16,3 2-6-16,-2-2 0 0,1 2 3 0,-1 0-5 0,0 0 2 0,4-1 1 15,-4 1 1-15,2 0 1 0,0 0 1 0,1 0 1 0,1 0 2 0,-1 0 2 16,1 0 0-16,-1 0 2 16,3 0 7-16,-2 0-1 0,0 0 5 0,1 1-1 0,1-1 2 0,-2 2 0 0,1 0-3 0,3-2-2 0,-2 1-2 0,-2-1 0 15,2 1 1-15,0 1-2 0,2-2-2 0,-2 3-2 0,2-3-2 0,-5 0-5 0,3 2-3 16,0-2-2-16,-1 0 3 0,0 2 7 0,2-2 5 0,-4 3 7 0,4-3 6 15,-4 1 1-15,3-1 4 0,-3 0 8 0,0 0 4 0,-1 1 7 0,0-1 7 0,2 0 8 16,-4 0 8-16,0 0 2 0,-1 0 3 0,0 0 0 0,1 0-1 16,-3 0 1-16,0 0-3 0,1 0 0 0,-3 0-3 0,2 0-3 0,-1 0-4 15,0 0-4-15,-1 0-4 0,-1 0-6 16,2 0-5 0,0 0-5-16,-2 0-5 0,0 0-4 0,0 0-4 0,0 0-7 0,0 0-2 0,0 0-5 0,0 0-3 0,0 0-3 0,0 0-2 0,0 0 0 0,0 0-3 0,0 0-1 15,0 0-3-15,0 0 0 0,0 0 0 0,0 0-3 0,0 0-1 0,0 0 1 16,0 0 0-16,0 0-1 0,0 0 0 0,0 0-1 0,0 0-1 0,0 0-1 15,0 0 0-15,0 0 0 0,0 0-1 0,0 0 0 0,0 0-1 0,0 0 0 16,0 0-1-16,0 0-5 0,0 0-9 0,0 0-11 0,0 0-16 0,-2 0-14 0,0 0-19 16,-1 0-21-16,1-1-24 0,1 1-24 0,-1-1-31 0,1-2-31 0,-3 3-45 15,3-2-51-15,-1 2-70 0,1 0-94 16,-4-2-150-16,4 2-241 0,-1-3-304 0,0 1-396 0</inkml:trace>
  <inkml:trace contextRef="#ctx0" brushRef="#br0" timeOffset="13650.58">19748 6621 42 0,'1'0'180'0,"2"1"-55"0,-1 0-23 0,1-1-16 0,-2 2-1 0,2 0-10 0,-1-2-1 0,0 0-11 0,-1 0 0 0,-1 0-6 0,4 1 0 0,-3-1 0 0,1 0-11 0,-1 0 1 0,3 0-6 0,-1 1 5 15,0-1 0-15,1 2-1 0,0-2 0 0,0 0-9 0,1 0 8 16,0 3 0-16,1-3-4 0,-1 0 8 0,4 0-1 0,-1 2 5 0,1-2-6 0,1 0-3 16,-2 0-1-16,4 3 3 0,0-3 1 0,-1 2-5 0,0-1-1 0,3-1 5 15,-1 0-9-15,1 1 8 0,1 0-9 0,-1-1-3 0,-2 3-1 0,4-3-4 16,-2 0 4-16,-1 2 7 15,4-2-7-15,-4 2 3 0,3 0 0 0,-2-2 0 0,4 1-8 16,-4 0 3-16,3-1 1 0,-2 2-4 0,0-2-1 0,1 2 4 0,1-1 3 0,1-1 1 0,-1 1-5 0,0-1 0 0,0 2 0 0,1-1 4 16,-2-1-1-16,5 2-7 0,-2-1 7 0,0 1-3 0,1-1 2 0,1 1 0 15,-2-1-3-15,1 1 3 0,1-1 0 0,-2 1-4 0,3-1 0 0,-2 1 0 16,0-1 0-16,0 1 0 0,-1-1-1 0,2 0 4 0,1 1-4 0,-5 0-3 16,5-1 0-16,-3 0 3 0,0-1-1 0,0 2-2 15,2 0-1-15,-4-2 0 0,4 1 0 0,-4 0 4 0,2-1-5 0,-2 2 1 0,3 0 0 16,-3-2-3-16,0 1 2 0,1-1-2 0,-2 0-1 0,1 0 3 0,0 0-2 15,1 0-1-15,-3 0 3 16,1 0 0-16,3 0-3 0,-3 0-6 0,1 0 0 0,-1 0-3 0,2 0 4 0,0 0-7 0,-2 0 4 0,0 0-1 0,0 0-5 0,0 0 2 16,0 0-2-16,-1 0 2 0,1 0-2 0,1 0 0 0,-2 0 3 0,0 0-4 15,0 0 4-15,0 0-1 0,-2 0-2 0,3 0 5 0,-3 0 0 0,0 0-5 0,2 0 3 16,-2 0-4-16,1 0 1 0,-1 0 2 0,2 0-5 0,-2 1 0 0,1-1 0 16,-1 2 0-16,3-2 3 0,-3 0 0 0,-1 0 0 0,2 0-1 0,1 3 1 15,0-3 0-15,0 0-1 0,0 0 1 0,2 0 0 0,0 0-3 0,-1 0-3 16,3 0 3-16,-2 2-3 0,0-2 3 0,2 0-2 0,0 0 2 0,0 2-3 0,2-2 0 15,-2 0 3-15,0 3-2 0,0-3 2 0,0 1 2 0,1-1-2 16,-4 0-2-16,1 0 2 0,1 0 0 16,-2 0 2-16,-2 0 1 0,2 0 0 0,-3 0-3 15,0 0 0-15,-1 0 2 0,-3 0-2 0,4 0 0 0,-5 0-2 0,0 0-1 0,2 0 3 0,-3 0 3 0,-1 0-1 0,1 1-2 0,0-1 6 0,-2 0-3 16,2 0-1-16,-4 0 1 0,2 0 0 0,-2 0-1 0,0 0-2 0,1 0 3 16,0 0 0-16,-3 0-1 0,2 0 4 0,1 0-4 0,-3 0 1 0,1 0-3 15,-1 0 3-15,3 0-3 0,-3 0 0 0,2 0 2 16,-1 0 1-16,1 0 0 0,0 0-1 0,0 0 1 0,-1 0-3 0,-1 0 0 15,3 0 0-15,-3 0 0 0,2 0 0 0,-1 0 0 0,0 0 0 0,-1 0 0 16,3 0 0 0,-3 0-3-16,2 0 3 0,2 0-2 0,-1 0 2 0,0 0 2 0,-3 0 1 0,2 0-3 0,1 0 0 0,-1 0 3 0,-1 0-3 0,-1 0 5 0,2 0 0 15,0 0 3-15,-1 0 0 0,-1 0 3 0,1 0 7 0,-1 1 1 0,-1-1-1 0,2 0 2 16,0 0 6-16,-2 0 2 0,0 0 3 0,0 0 1 0,0 0 1 0,0 0 1 16,0 0 0-16,0 0 5 0,0 0-6 0,0 0 1 0,0 0-4 0,0 0 0 15,0 0-2-15,0 0-3 0,0 0-5 0,0 0 1 0,0 0-6 0,0 0-1 16,0 0-3-16,0 0-2 0,0 0-3 0,0 0 3 0,0 0-2 0,0 0-5 15,0 0 0-15,0 0 0 16,0 0-6-16,0 0-7 0,0 0-13 0,0 0-17 0,0 0-18 0,0 0-19 0,-2 0-25 0,0 0-27 0,1 0-34 0,-1 0-41 16,2 0-71-16,-1 3-99 0,-4-3-255 0,2 0-412 0,2 0-368 0</inkml:trace>
  <inkml:trace contextRef="#ctx0" brushRef="#br0" timeOffset="14911.27">23199 6651 80 0,'0'0'147'0,"0"0"-22"0,0 0-7 0,0 0-13 0,0 0-15 15,0 0 4-15,0 0-11 0,0 0 3 0,0 0-5 0,0 0-1 0,0 0-5 0,2 0 7 0,-1 0-4 0,-1 0-11 0,2 0 0 0,1 0-5 16,-2 0-1-16,1 0-1 0,-1 0-4 0,3 0-1 0,-3 0 4 0,1 0-5 15,0 0 0-15,1 0-5 16,2 0-4-16,-4 0-1 0,4 0-4 0,-1 0-4 0,1 0 3 0,-2 0 0 0,2 0 0 0,2 0 0 0,-3 0 3 16,6 0-4-16,-4 0 0 0,0 0-1 0,2 0 4 0,2 0 0 0,-1 0 6 0,1 0-3 15,1 0-1-15,-2 0 0 0,3 0 2 0,1 0-6 0,-1 0 3 0,2 0 2 16,-1 0-6-16,-2 0-1 0,3 0 3 0,-1 0 0 0,2 0 3 0,-4 2 0 16,2-2 2-16,1 1 6 0,-1 0 3 0,1-1 8 0,1 2 3 0,-2-2-1 15,0 2-8-15,1-1-3 0,1-1 2 0,0 1-3 0,0-1-1 0,0 2-12 16,1-1 0-16,2-1-6 0,-2 2-6 0,1-1-5 0,1-1-3 15,0 2-3-15,3-2 2 0,-4 1 12 0,5 1 4 0,-2-1 10 0,3 2 2 0,1-1 7 0,3 1 0 16,-1 0 1-16,4-2 1 0,0 2-2 0,-1 0 1 0,3 0 3 16,-2 0-2-16,1 0-4 0,1 0-9 0,-1 0-12 0,3 0-4 0,-4-3-7 0,1 2-4 15,3 0-7-15,-4 1 1 0,1-2-5 0,3 0-2 0,-3 3 0 16,-1-4-2-16,2 2-2 0,-2 0-2 0,-2 1 2 0,2-2 2 0,-1 1 2 0,-4 0-4 16,1-1 0-16,-3 2 0 0,-1-3 0 0,-1 1 4 0,-2-1 2 0,0 2 0 0,-3-1-2 15,-1-1-2-15,0 0 2 0,-1 0 0 0,-1 0 1 0,-4 0-1 0,2 0 2 31,-1 0-2-31,-2 0 0 0,-1 0 2 0,0 0 0 0,-1 0 1 0,-1 0-5 0,0-1 2 0,1-1 0 16,-2 2 2-16,1-1 0 0,-2 1-2 0,2-2 0 0,-1 1 0 0,0 1-2 0,1-1 2 0,-1 1 0 0,0-2 0 0,1 0-2 16,-1 1 3-16,0 1-3 0,0-1-3 0,1-1 3 0,-1 0-2 0,0 0 0 15,1 2 0-15,-2-4 2 0,2 4 0 0,-2-1 0 0,2-3 0 0,1 4-4 16,-3-2 2-16,2 2-2 0,-2-2 0 0,2 2 2 0,-2-3 0 0,2 3 2 16,-1-2 0-16,-1 1 0 0,2 1 0 0,0-1 0 0,0 1-3 0,-2-2-1 15,0 0 0-15,0 2 2 0,2-1 2 0,-4 0 2 16,2 1-2-16,1-2-2 0,-1 2 0 0,0 0 2 0,0 0-2 15,4 0 0-15,-6-2 0 0,5 2 0 0,-3 0 2 0,1 0 2 0,-3 0 0 0,2 0 2 16,1 0-4-16,-1 0 0 0,-1 0 0 0,-1 0 0 0,2 0 0 0,-1 0 0 0,1 0 0 16,-3 0 0-16,1 0 2 0,-1 0 0 0,2 0 2 0,-1-1-2 0,-1 1 3 15,0 0-5-15,0 0 2 0,0 0 2 0,0 0 0 0,0 0 0 0,0 0-4 0,0 0 4 16,0 0-2-16,0 0-2 0,0 0-2 0,0 0 0 0,0 0 0 0,0 0 4 16,0 0-4-16,0 0 2 0,0 0-2 0,0 0 0 0,0 0-2 0,0 0 2 15,0 0 0-15,0 0 0 0,0 0-3 0,0 0 3 0,0 0-2 0,0 0 0 16,0 0 0-16,0 0-3 0,0 0 3 15,0 0-2-15,0 0-3 0,0 0 3 0,0 0-7 0,0 0-2 0,0 0-6 0,0 0-7 0,0 0-9 0,0 0-10 16,0 0-11-16,0 0-9 0,0 0-15 0,0 0-14 0,0 0-16 0,0 0-16 0,0 0-19 16,0 0-19-16,0 0-26 0,0 0-21 0,0 0-45 0,0 0-50 0,0 0-81 15,0 0-114-15,0 0-227 0,0 0-326 0</inkml:trace>
  <inkml:trace contextRef="#ctx0" brushRef="#br0" timeOffset="15852.09">25702 6759 96 0,'0'0'194'0,"0"0"-35"0,0 0-17 0,0 0-9 0,0 0-20 0,0 0-3 0,0 0-5 0,0 0-12 0,0 1-5 0,1-1-2 0,-1 0-9 0,2 0-2 0,-1 0-5 0,1 0 4 0,0 0-1 15,-1 0-9-15,3 0-5 0,-1 0 3 16,0 0 4-16,0 0-1 0,2 0 0 0,1 0-1 0,-1 0-2 15,1 0 5-15,1 0-6 0,-1 0 4 0,2 0 2 0,0 0 4 0,0 0-2 0,0 0-4 0,1 0 2 0,0 0 0 0,-1 0-8 16,3 0 2-16,0 0-7 0,-1 0 0 0,2 0-8 0,0 0-4 16,-1 0 1-16,1 0-5 0,1 0-9 0,1 0-4 0,-3 0-3 0,3 0-3 15,1 0-3-15,-2-1-4 0,1 1 3 0,-2 0-5 0,4 0-1 0,-3 0-3 0,1-2 6 16,0 2-2-16,0-1 2 0,-1 1-6 0,3 0 0 0,-3 0 0 16,-2-2 3-16,3 2 0 0,-1-1 3 0,-1 1 4 0,-1 0-4 0,0-2 2 0,2 2-2 15,-4-1 6-15,1 1 0 0,2-2 3 0,-2 2-4 0,0-1 4 0,0 1 2 16,2-2-3-1,-3 2 0-15,4-1-3 0,-4-1 0 0,1 2 0 0,2-1 0 0,0-1-3 0,0 2-2 0,-1-1-7 0,0 1 4 0,2-2-4 0,-2 1-2 16,0 1 3-16,2-1-1 0,-2 1 1 0,1-2-4 0,-1 0 7 0,1 2-4 16,0-1 1-16,-1 1 7 0,2 0 7 0,-4 0 4 0,3 0 11 0,-2 0 0 0,2 0 2 15,-4 0 3-15,1 0 4 0,0 0 2 0,-1 0 2 0,2 0-1 0,-1 0 5 16,-2 0 1-16,1 0 2 0,-2 0-3 0,3 0-6 0,-2 0-5 0,-3-1 0 16,3 1-6-16,-1 0 1 0,0-2-6 0,1 2-2 15,1 0 0-15,-3 0-3 0,-1 0 1 0,2-2-5 0,-1 2 1 0,-2 0-3 0,2 0 2 16,-2 0 1-16,2 0 0 0,-2 0 4 0,1 0 2 15,0 0 3-15,-1 0 0 0,-1 0 4 0,-1 0 1 0,3-2 3 0,-3 2 2 0,1 0 1 16,-1 0-1-16,1 0 1 0,0 0 0 0,-2 0-5 0,1 0-1 16,-1 0-1-16,2 0-6 0,-2 0-1 0,1 0-6 0,-1 0 1 0,0 0-4 0,0 0-5 0,2 0-3 15,-2 0-2-15,2 0-3 0,-2 0-1 0,0 0-2 0,0 0 0 0,0 0 0 16,0 0 0-16,0 0-3 0,0 0 0 0,0 0 0 0,0 0 0 0,0 0-1 0,0 0-5 16,0 0-4-16,0 0-10 0,0 0-14 0,0 0-16 0,0 0-20 0,0 0-23 15,0 0-22-15,0 0-25 0,0 0-27 0,0 0-29 0,0 0-34 0,-2 0-48 0,0 0-58 16,2 0-99-16,-3 0-149 0,0 0-262 0,0 0-401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35E31-6AC3-494C-A739-1889808CBF7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F43EA-CD70-4084-ADBF-7EF6357D3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5760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4305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4769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8722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7813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4678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0862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6100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1681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4337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86791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0874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5073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3517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099186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12870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87472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63664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51397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12013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577633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69352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3981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207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5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0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809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467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3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68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61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84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21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135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82C0F-A81B-4B2B-9B0C-842E6D2AD82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56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0" y="3116830"/>
            <a:ext cx="10539772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/>
            <a:r>
              <a:rPr lang="en-US" sz="6000" b="1" i="0" dirty="0">
                <a:solidFill>
                  <a:srgbClr val="F0F6FC"/>
                </a:solidFill>
                <a:effectLst/>
                <a:latin typeface="-apple-system"/>
              </a:rPr>
              <a:t>Understanding Callbacks and Higher-Order Functions</a:t>
            </a:r>
          </a:p>
        </p:txBody>
      </p:sp>
      <p:sp>
        <p:nvSpPr>
          <p:cNvPr id="87" name="Google Shape;87;p1"/>
          <p:cNvSpPr txBox="1"/>
          <p:nvPr/>
        </p:nvSpPr>
        <p:spPr>
          <a:xfrm>
            <a:off x="378996" y="5782489"/>
            <a:ext cx="378130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lt1"/>
                </a:solidFill>
                <a:latin typeface="Quicksand Light"/>
                <a:sym typeface="Quicksand Light"/>
              </a:rPr>
              <a:t>Let’s Start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"/>
          <p:cNvCxnSpPr/>
          <p:nvPr/>
        </p:nvCxnSpPr>
        <p:spPr>
          <a:xfrm>
            <a:off x="475400" y="5548197"/>
            <a:ext cx="4932623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"/>
          <p:cNvSpPr txBox="1"/>
          <p:nvPr/>
        </p:nvSpPr>
        <p:spPr>
          <a:xfrm>
            <a:off x="16704489" y="1076325"/>
            <a:ext cx="554811" cy="284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0" i="0" u="none" strike="noStrike" cap="none">
                <a:solidFill>
                  <a:srgbClr val="F5F5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1734EB1-D03A-4709-8BEE-BB985F1A0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063" y="6349290"/>
            <a:ext cx="1976462" cy="50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69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Callback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54BED-0610-7BC3-F796-9B8820DC160B}"/>
              </a:ext>
            </a:extLst>
          </p:cNvPr>
          <p:cNvSpPr txBox="1"/>
          <p:nvPr/>
        </p:nvSpPr>
        <p:spPr>
          <a:xfrm>
            <a:off x="143435" y="1479177"/>
            <a:ext cx="1093694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is a Callback Function?</a:t>
            </a:r>
          </a:p>
          <a:p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callback</a:t>
            </a:r>
            <a:r>
              <a:rPr lang="en-US" dirty="0"/>
              <a:t> is simply a </a:t>
            </a:r>
            <a:r>
              <a:rPr lang="en-US" b="1" dirty="0"/>
              <a:t>function passed into another function</a:t>
            </a:r>
            <a:r>
              <a:rPr lang="en-US" dirty="0"/>
              <a:t> so that the other function can </a:t>
            </a:r>
            <a:r>
              <a:rPr lang="en-US" b="1" dirty="0"/>
              <a:t>call it later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👉 In easy words: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“A callback is like giving your friend your phone number and asking them to call you later.”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(Function A) give your number (Function B) to your friend.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Your friend calls that number whenever needed.</a:t>
            </a:r>
          </a:p>
          <a:p>
            <a:endParaRPr lang="en-US" dirty="0"/>
          </a:p>
          <a:p>
            <a:r>
              <a:rPr lang="en-US" dirty="0"/>
              <a:t>JavaScript works the same way: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You pass one function inside another function.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outer function will call it later.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CCC7B6E-EC74-8B27-FD53-D52730E2423A}"/>
                  </a:ext>
                </a:extLst>
              </p14:cNvPr>
              <p14:cNvContentPartPr/>
              <p14:nvPr/>
            </p14:nvContentPartPr>
            <p14:xfrm>
              <a:off x="530280" y="1065240"/>
              <a:ext cx="9098640" cy="1368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CCC7B6E-EC74-8B27-FD53-D52730E242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0920" y="1055880"/>
                <a:ext cx="9117360" cy="138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638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Callback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0F6C9-2CAF-4BF5-6C8F-A4118378E94C}"/>
              </a:ext>
            </a:extLst>
          </p:cNvPr>
          <p:cNvSpPr txBox="1"/>
          <p:nvPr/>
        </p:nvSpPr>
        <p:spPr>
          <a:xfrm>
            <a:off x="161365" y="1488141"/>
            <a:ext cx="893556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Why Do We Need Callbacks?</a:t>
            </a:r>
          </a:p>
          <a:p>
            <a:endParaRPr lang="en-US" b="1" dirty="0"/>
          </a:p>
          <a:p>
            <a:r>
              <a:rPr lang="en-US" dirty="0"/>
              <a:t>We use callbacks because:</a:t>
            </a:r>
          </a:p>
          <a:p>
            <a:endParaRPr lang="en-US" b="1" dirty="0"/>
          </a:p>
          <a:p>
            <a:r>
              <a:rPr lang="en-US" b="1" dirty="0"/>
              <a:t>✔ To reuse logic</a:t>
            </a:r>
          </a:p>
          <a:p>
            <a:r>
              <a:rPr lang="en-US" dirty="0"/>
              <a:t>One function works with many different </a:t>
            </a:r>
            <a:r>
              <a:rPr lang="en-US" dirty="0" err="1"/>
              <a:t>behaviours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✔ To run some code later</a:t>
            </a:r>
          </a:p>
          <a:p>
            <a:r>
              <a:rPr lang="en-US" dirty="0"/>
              <a:t>Some tasks take time (like loading files, reading database, waiting for a button click), so JavaScript needs to run a function </a:t>
            </a:r>
            <a:r>
              <a:rPr lang="en-US" i="1" dirty="0"/>
              <a:t>after</a:t>
            </a:r>
            <a:r>
              <a:rPr lang="en-US" dirty="0"/>
              <a:t> the task is ready.</a:t>
            </a:r>
          </a:p>
          <a:p>
            <a:endParaRPr lang="en-US" b="1" dirty="0"/>
          </a:p>
          <a:p>
            <a:r>
              <a:rPr lang="en-US" b="1" dirty="0"/>
              <a:t>✔ To keep code clean and organized</a:t>
            </a:r>
          </a:p>
          <a:p>
            <a:r>
              <a:rPr lang="en-US" dirty="0"/>
              <a:t>Callback separates "what to do" from "when to do it".</a:t>
            </a:r>
          </a:p>
        </p:txBody>
      </p:sp>
    </p:spTree>
    <p:extLst>
      <p:ext uri="{BB962C8B-B14F-4D97-AF65-F5344CB8AC3E}">
        <p14:creationId xmlns:p14="http://schemas.microsoft.com/office/powerpoint/2010/main" val="306664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Callback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75C160-47A4-0E89-DB84-704184686387}"/>
              </a:ext>
            </a:extLst>
          </p:cNvPr>
          <p:cNvSpPr txBox="1"/>
          <p:nvPr/>
        </p:nvSpPr>
        <p:spPr>
          <a:xfrm>
            <a:off x="71718" y="1345171"/>
            <a:ext cx="90252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Imagine you order pizza: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You don't stand there and wait.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You give your phone number.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When pizza is ready → they call you.</a:t>
            </a:r>
          </a:p>
          <a:p>
            <a:endParaRPr lang="en-US" b="1" dirty="0"/>
          </a:p>
          <a:p>
            <a:r>
              <a:rPr lang="en-US" b="1" dirty="0"/>
              <a:t>Your phone number = callback function</a:t>
            </a:r>
            <a:br>
              <a:rPr lang="en-US" b="1" dirty="0"/>
            </a:br>
            <a:endParaRPr lang="en-US" b="1" dirty="0"/>
          </a:p>
          <a:p>
            <a:r>
              <a:rPr lang="en-US" b="1" dirty="0"/>
              <a:t>Pizza shop = main function</a:t>
            </a:r>
          </a:p>
        </p:txBody>
      </p:sp>
    </p:spTree>
    <p:extLst>
      <p:ext uri="{BB962C8B-B14F-4D97-AF65-F5344CB8AC3E}">
        <p14:creationId xmlns:p14="http://schemas.microsoft.com/office/powerpoint/2010/main" val="60196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Callback Function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F2190-9F86-2A27-CDD1-861BFE78D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2" y="1566046"/>
            <a:ext cx="741324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Callbacks Help in Reusing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Suppose we have one function called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printMessage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that prints anything.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we pass different functions into it, it can print: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goodbyes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jokes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Warnings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makes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function reusable for many purposes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979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Callback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40C4A-3AA6-8BE0-1E25-04E953A958F1}"/>
              </a:ext>
            </a:extLst>
          </p:cNvPr>
          <p:cNvSpPr txBox="1"/>
          <p:nvPr/>
        </p:nvSpPr>
        <p:spPr>
          <a:xfrm>
            <a:off x="143435" y="1515035"/>
            <a:ext cx="89534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function greet() {</a:t>
            </a:r>
          </a:p>
          <a:p>
            <a:r>
              <a:rPr lang="en-IN" b="1" dirty="0"/>
              <a:t>    console.log("Hello, student! Welcome to JavaScript 😊");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function print(callback) {</a:t>
            </a:r>
          </a:p>
          <a:p>
            <a:r>
              <a:rPr lang="en-IN" b="1" dirty="0"/>
              <a:t>    callback();   // calling the function you passed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// passing greet into print</a:t>
            </a:r>
          </a:p>
          <a:p>
            <a:r>
              <a:rPr lang="en-IN" b="1" dirty="0"/>
              <a:t>print(greet);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E7E62C-7641-3046-CE3D-1EA90DE02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976" y="4837837"/>
            <a:ext cx="477271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happening?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greet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function.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pass it into another function: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print(greet)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Inside print,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callback()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calls the greet function.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88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Callback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5F86B-E93E-FD48-4D4B-1E7CDE266A74}"/>
              </a:ext>
            </a:extLst>
          </p:cNvPr>
          <p:cNvSpPr txBox="1"/>
          <p:nvPr/>
        </p:nvSpPr>
        <p:spPr>
          <a:xfrm>
            <a:off x="450477" y="1802429"/>
            <a:ext cx="61901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b="1" dirty="0"/>
              <a:t>function </a:t>
            </a:r>
            <a:r>
              <a:rPr lang="en-IN" b="1" dirty="0" err="1"/>
              <a:t>sayHello</a:t>
            </a:r>
            <a:r>
              <a:rPr lang="en-IN" b="1" dirty="0"/>
              <a:t>() {</a:t>
            </a:r>
          </a:p>
          <a:p>
            <a:r>
              <a:rPr lang="en-IN" b="1" dirty="0"/>
              <a:t>    console.log("Hello!");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function </a:t>
            </a:r>
            <a:r>
              <a:rPr lang="en-IN" b="1" dirty="0" err="1"/>
              <a:t>sayBye</a:t>
            </a:r>
            <a:r>
              <a:rPr lang="en-IN" b="1" dirty="0"/>
              <a:t>() {</a:t>
            </a:r>
          </a:p>
          <a:p>
            <a:r>
              <a:rPr lang="en-IN" b="1" dirty="0"/>
              <a:t>    console.log("Goodbye!");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function </a:t>
            </a:r>
            <a:r>
              <a:rPr lang="en-IN" b="1" dirty="0" err="1"/>
              <a:t>displayMessage</a:t>
            </a:r>
            <a:r>
              <a:rPr lang="en-IN" b="1" dirty="0"/>
              <a:t>(callback) {</a:t>
            </a:r>
          </a:p>
          <a:p>
            <a:r>
              <a:rPr lang="en-IN" b="1" dirty="0"/>
              <a:t>    callback();  // runs whichever function is passed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 err="1"/>
              <a:t>displayMessage</a:t>
            </a:r>
            <a:r>
              <a:rPr lang="en-IN" b="1" dirty="0"/>
              <a:t>(</a:t>
            </a:r>
            <a:r>
              <a:rPr lang="en-IN" b="1" dirty="0" err="1"/>
              <a:t>sayHello</a:t>
            </a:r>
            <a:r>
              <a:rPr lang="en-IN" b="1" dirty="0"/>
              <a:t>);  </a:t>
            </a:r>
          </a:p>
          <a:p>
            <a:r>
              <a:rPr lang="en-IN" b="1" dirty="0" err="1"/>
              <a:t>displayMessage</a:t>
            </a:r>
            <a:r>
              <a:rPr lang="en-IN" b="1" dirty="0"/>
              <a:t>(</a:t>
            </a:r>
            <a:r>
              <a:rPr lang="en-IN" b="1" dirty="0" err="1"/>
              <a:t>sayBye</a:t>
            </a:r>
            <a:r>
              <a:rPr lang="en-IN" b="1" dirty="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682CA-CC07-8E18-5FE9-1DD7530FAC5E}"/>
              </a:ext>
            </a:extLst>
          </p:cNvPr>
          <p:cNvSpPr txBox="1"/>
          <p:nvPr/>
        </p:nvSpPr>
        <p:spPr>
          <a:xfrm>
            <a:off x="244289" y="1541040"/>
            <a:ext cx="6190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Passing two different callbacks</a:t>
            </a:r>
          </a:p>
        </p:txBody>
      </p:sp>
    </p:spTree>
    <p:extLst>
      <p:ext uri="{BB962C8B-B14F-4D97-AF65-F5344CB8AC3E}">
        <p14:creationId xmlns:p14="http://schemas.microsoft.com/office/powerpoint/2010/main" val="28715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Callback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1C5DDD-4223-0589-3266-569F4EDEDB1E}"/>
              </a:ext>
            </a:extLst>
          </p:cNvPr>
          <p:cNvSpPr txBox="1"/>
          <p:nvPr/>
        </p:nvSpPr>
        <p:spPr>
          <a:xfrm>
            <a:off x="82923" y="1469322"/>
            <a:ext cx="6190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Callback with a message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3276D-B87E-9C79-AA99-8C0161157EBD}"/>
              </a:ext>
            </a:extLst>
          </p:cNvPr>
          <p:cNvSpPr txBox="1"/>
          <p:nvPr/>
        </p:nvSpPr>
        <p:spPr>
          <a:xfrm>
            <a:off x="549088" y="2136338"/>
            <a:ext cx="61901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function </a:t>
            </a:r>
            <a:r>
              <a:rPr lang="en-IN" dirty="0" err="1"/>
              <a:t>printHello</a:t>
            </a:r>
            <a:r>
              <a:rPr lang="en-IN" dirty="0"/>
              <a:t>(name) {</a:t>
            </a:r>
          </a:p>
          <a:p>
            <a:r>
              <a:rPr lang="en-IN" dirty="0"/>
              <a:t>    console.log("Hello " + name);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function print(callback) {</a:t>
            </a:r>
          </a:p>
          <a:p>
            <a:r>
              <a:rPr lang="en-IN" dirty="0"/>
              <a:t>    callback("Ani");   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printHello</a:t>
            </a: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3223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Higher-Order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C1AE07-01A3-FB62-957F-4AA151CC8502}"/>
              </a:ext>
            </a:extLst>
          </p:cNvPr>
          <p:cNvSpPr txBox="1"/>
          <p:nvPr/>
        </p:nvSpPr>
        <p:spPr>
          <a:xfrm>
            <a:off x="152400" y="1515035"/>
            <a:ext cx="11582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Higher-Order Function</a:t>
            </a:r>
            <a:r>
              <a:rPr lang="en-US" dirty="0"/>
              <a:t> is a function that does </a:t>
            </a:r>
            <a:r>
              <a:rPr lang="en-US" b="1" dirty="0"/>
              <a:t>any one</a:t>
            </a:r>
            <a:r>
              <a:rPr lang="en-US" dirty="0"/>
              <a:t> of the following:</a:t>
            </a:r>
          </a:p>
          <a:p>
            <a:endParaRPr lang="en-US" dirty="0"/>
          </a:p>
          <a:p>
            <a:r>
              <a:rPr lang="en-US" b="1" dirty="0"/>
              <a:t>✔ Takes another function as an input</a:t>
            </a:r>
          </a:p>
          <a:p>
            <a:endParaRPr lang="en-US" b="1" dirty="0"/>
          </a:p>
          <a:p>
            <a:r>
              <a:rPr lang="en-US" b="1" dirty="0"/>
              <a:t>✔ Returns another function as output</a:t>
            </a:r>
          </a:p>
          <a:p>
            <a:endParaRPr lang="en-US" b="1" dirty="0"/>
          </a:p>
          <a:p>
            <a:r>
              <a:rPr lang="en-US" b="1" dirty="0"/>
              <a:t>✔ OR does both</a:t>
            </a:r>
          </a:p>
          <a:p>
            <a:endParaRPr lang="en-US" dirty="0"/>
          </a:p>
          <a:p>
            <a:r>
              <a:rPr lang="en-US" dirty="0"/>
              <a:t>👉 In simple language: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“A Higher-Order Function is a function that works with other functions.”</a:t>
            </a:r>
          </a:p>
          <a:p>
            <a:endParaRPr lang="en-US" dirty="0"/>
          </a:p>
          <a:p>
            <a:r>
              <a:rPr lang="en-US" dirty="0"/>
              <a:t>Since functions are treated like values in JavaScript (just like numbers or strings), we can pass them around. This makes functions more powerful.</a:t>
            </a:r>
          </a:p>
        </p:txBody>
      </p:sp>
    </p:spTree>
    <p:extLst>
      <p:ext uri="{BB962C8B-B14F-4D97-AF65-F5344CB8AC3E}">
        <p14:creationId xmlns:p14="http://schemas.microsoft.com/office/powerpoint/2010/main" val="202865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Higher-Order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783AD-B79A-83DE-14FF-10CBB1AF2EB6}"/>
              </a:ext>
            </a:extLst>
          </p:cNvPr>
          <p:cNvSpPr txBox="1"/>
          <p:nvPr/>
        </p:nvSpPr>
        <p:spPr>
          <a:xfrm>
            <a:off x="98612" y="1454893"/>
            <a:ext cx="89983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Imagine you are hiring a worker: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give instructions to the worker → </a:t>
            </a:r>
            <a:r>
              <a:rPr lang="en-US" i="1" dirty="0"/>
              <a:t>passing a function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worker performs work and gives you another worker → </a:t>
            </a:r>
            <a:r>
              <a:rPr lang="en-US" i="1" dirty="0"/>
              <a:t>returning a function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Here, the </a:t>
            </a:r>
            <a:r>
              <a:rPr lang="en-US" b="1" dirty="0"/>
              <a:t>worker acting on instructions</a:t>
            </a:r>
            <a:r>
              <a:rPr lang="en-US" dirty="0"/>
              <a:t> is a Higher-Order Function.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9F3E89-82C0-9C2A-DFF3-A8C93BF55955}"/>
              </a:ext>
            </a:extLst>
          </p:cNvPr>
          <p:cNvSpPr txBox="1"/>
          <p:nvPr/>
        </p:nvSpPr>
        <p:spPr>
          <a:xfrm>
            <a:off x="495300" y="3848597"/>
            <a:ext cx="6190128" cy="2585323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function greet() {</a:t>
            </a:r>
          </a:p>
          <a:p>
            <a:r>
              <a:rPr lang="en-IN" dirty="0"/>
              <a:t>    console.log("Hello!");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function </a:t>
            </a:r>
            <a:r>
              <a:rPr lang="en-IN" dirty="0" err="1"/>
              <a:t>doSomething</a:t>
            </a:r>
            <a:r>
              <a:rPr lang="en-IN" dirty="0"/>
              <a:t>(callback) {   // takes a function -&gt; HOF</a:t>
            </a:r>
          </a:p>
          <a:p>
            <a:r>
              <a:rPr lang="en-IN" dirty="0"/>
              <a:t>    callback();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 err="1"/>
              <a:t>doSomething</a:t>
            </a:r>
            <a:r>
              <a:rPr lang="en-IN" dirty="0"/>
              <a:t>(greet);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534490-21F5-A644-9E10-2CB66280D275}"/>
              </a:ext>
            </a:extLst>
          </p:cNvPr>
          <p:cNvSpPr txBox="1"/>
          <p:nvPr/>
        </p:nvSpPr>
        <p:spPr>
          <a:xfrm>
            <a:off x="6685428" y="6211669"/>
            <a:ext cx="55065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Here, </a:t>
            </a:r>
            <a:r>
              <a:rPr lang="en-US" b="1" dirty="0" err="1"/>
              <a:t>doSomething</a:t>
            </a:r>
            <a:r>
              <a:rPr lang="en-US" dirty="0"/>
              <a:t> is a Higher-Order Function because it accepts </a:t>
            </a:r>
            <a:r>
              <a:rPr lang="en-US" b="1" dirty="0"/>
              <a:t>greet</a:t>
            </a:r>
            <a:r>
              <a:rPr lang="en-US" dirty="0"/>
              <a:t> (a function) as input.</a:t>
            </a:r>
          </a:p>
        </p:txBody>
      </p:sp>
    </p:spTree>
    <p:extLst>
      <p:ext uri="{BB962C8B-B14F-4D97-AF65-F5344CB8AC3E}">
        <p14:creationId xmlns:p14="http://schemas.microsoft.com/office/powerpoint/2010/main" val="1600520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Higher-Order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7B13E6-AC68-386E-1A23-A7973354A968}"/>
              </a:ext>
            </a:extLst>
          </p:cNvPr>
          <p:cNvSpPr txBox="1"/>
          <p:nvPr/>
        </p:nvSpPr>
        <p:spPr>
          <a:xfrm>
            <a:off x="0" y="1474259"/>
            <a:ext cx="61901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HOFs Make Code Clean &amp; Abstract?</a:t>
            </a:r>
          </a:p>
          <a:p>
            <a:endParaRPr lang="en-US" b="1" dirty="0"/>
          </a:p>
          <a:p>
            <a:r>
              <a:rPr lang="en-US" dirty="0"/>
              <a:t>Higher-Order Functions help in: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04A75F-BE98-4F18-AB96-AD89BE0AF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763" y="2423521"/>
            <a:ext cx="1096383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Removing Repeated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 writing the same loop again and again, we use ready-made HOFs like: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map()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filter()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reduce()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CC06B-E0E9-C700-76AB-1A98D796F86A}"/>
              </a:ext>
            </a:extLst>
          </p:cNvPr>
          <p:cNvSpPr txBox="1"/>
          <p:nvPr/>
        </p:nvSpPr>
        <p:spPr>
          <a:xfrm>
            <a:off x="313763" y="4434479"/>
            <a:ext cx="97562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Focusing on </a:t>
            </a:r>
            <a:r>
              <a:rPr lang="en-US" b="1" i="1" dirty="0"/>
              <a:t>what to do</a:t>
            </a:r>
            <a:r>
              <a:rPr lang="en-US" b="1" dirty="0"/>
              <a:t> instead of </a:t>
            </a:r>
            <a:r>
              <a:rPr lang="en-US" b="1" i="1" dirty="0"/>
              <a:t>how to do it</a:t>
            </a:r>
          </a:p>
          <a:p>
            <a:endParaRPr lang="en-US" b="1" dirty="0"/>
          </a:p>
          <a:p>
            <a:r>
              <a:rPr lang="en-US" dirty="0"/>
              <a:t>HOFs accept functions, so you only write your </a:t>
            </a:r>
            <a:r>
              <a:rPr lang="en-US" i="1" dirty="0"/>
              <a:t>logic</a:t>
            </a:r>
            <a:r>
              <a:rPr lang="en-US" dirty="0"/>
              <a:t>, and HOF handles the rest.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2DAC5E-3380-BEF3-588D-42A65AD04435}"/>
              </a:ext>
            </a:extLst>
          </p:cNvPr>
          <p:cNvSpPr txBox="1"/>
          <p:nvPr/>
        </p:nvSpPr>
        <p:spPr>
          <a:xfrm>
            <a:off x="313763" y="5487029"/>
            <a:ext cx="61866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Example:</a:t>
            </a:r>
            <a:br>
              <a:rPr lang="en-US" dirty="0"/>
            </a:br>
            <a:endParaRPr lang="en-US" dirty="0"/>
          </a:p>
          <a:p>
            <a:r>
              <a:rPr lang="en-US" dirty="0"/>
              <a:t>You don’t need to write loops for filtering.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FBE65-A645-A5B8-0966-81CACF8C8107}"/>
              </a:ext>
            </a:extLst>
          </p:cNvPr>
          <p:cNvSpPr txBox="1"/>
          <p:nvPr/>
        </p:nvSpPr>
        <p:spPr>
          <a:xfrm>
            <a:off x="4669504" y="6170247"/>
            <a:ext cx="3041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numbers.filter</a:t>
            </a:r>
            <a:r>
              <a:rPr lang="en-IN" dirty="0"/>
              <a:t>(x =&gt; x &gt; 10);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BED84E-E154-8491-F946-BF98D53C911D}"/>
              </a:ext>
            </a:extLst>
          </p:cNvPr>
          <p:cNvSpPr txBox="1"/>
          <p:nvPr/>
        </p:nvSpPr>
        <p:spPr>
          <a:xfrm>
            <a:off x="8163045" y="6362202"/>
            <a:ext cx="2474089" cy="380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Simple, clean, readable.</a:t>
            </a:r>
          </a:p>
        </p:txBody>
      </p:sp>
    </p:spTree>
    <p:extLst>
      <p:ext uri="{BB962C8B-B14F-4D97-AF65-F5344CB8AC3E}">
        <p14:creationId xmlns:p14="http://schemas.microsoft.com/office/powerpoint/2010/main" val="2008966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Higher-Order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F8A057-523A-6628-B2BD-86F07962F0DF}"/>
              </a:ext>
            </a:extLst>
          </p:cNvPr>
          <p:cNvSpPr txBox="1"/>
          <p:nvPr/>
        </p:nvSpPr>
        <p:spPr>
          <a:xfrm>
            <a:off x="150471" y="1481559"/>
            <a:ext cx="89443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Better Abstraction</a:t>
            </a:r>
          </a:p>
          <a:p>
            <a:endParaRPr lang="en-US" b="1" dirty="0"/>
          </a:p>
          <a:p>
            <a:r>
              <a:rPr lang="en-US" dirty="0"/>
              <a:t>Abstraction means </a:t>
            </a:r>
            <a:r>
              <a:rPr lang="en-US" b="1" dirty="0"/>
              <a:t>hiding complex details.</a:t>
            </a:r>
          </a:p>
          <a:p>
            <a:endParaRPr lang="en-US" dirty="0"/>
          </a:p>
          <a:p>
            <a:r>
              <a:rPr lang="en-US" dirty="0"/>
              <a:t>HOFs hide: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iterating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inner steps</a:t>
            </a:r>
          </a:p>
          <a:p>
            <a:endParaRPr lang="en-US" dirty="0"/>
          </a:p>
          <a:p>
            <a:r>
              <a:rPr lang="en-US" dirty="0"/>
              <a:t>So beginners get easier code.</a:t>
            </a:r>
          </a:p>
        </p:txBody>
      </p:sp>
    </p:spTree>
    <p:extLst>
      <p:ext uri="{BB962C8B-B14F-4D97-AF65-F5344CB8AC3E}">
        <p14:creationId xmlns:p14="http://schemas.microsoft.com/office/powerpoint/2010/main" val="3614864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Higher-Order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12D1D-A6AA-9E78-D5EF-DBE2D6180707}"/>
              </a:ext>
            </a:extLst>
          </p:cNvPr>
          <p:cNvSpPr txBox="1"/>
          <p:nvPr/>
        </p:nvSpPr>
        <p:spPr>
          <a:xfrm>
            <a:off x="118640" y="1482088"/>
            <a:ext cx="6186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Without HOFs (long):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3B989-1657-ADA4-9628-7EC2603160FB}"/>
              </a:ext>
            </a:extLst>
          </p:cNvPr>
          <p:cNvSpPr txBox="1"/>
          <p:nvPr/>
        </p:nvSpPr>
        <p:spPr>
          <a:xfrm>
            <a:off x="1461303" y="2121473"/>
            <a:ext cx="61866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let numbers = [1, 2, 3, 4, 5];</a:t>
            </a:r>
          </a:p>
          <a:p>
            <a:r>
              <a:rPr lang="en-IN" dirty="0"/>
              <a:t>let </a:t>
            </a:r>
            <a:r>
              <a:rPr lang="en-IN" dirty="0" err="1"/>
              <a:t>newArray</a:t>
            </a:r>
            <a:r>
              <a:rPr lang="en-IN" dirty="0"/>
              <a:t> = [];</a:t>
            </a:r>
          </a:p>
          <a:p>
            <a:endParaRPr lang="en-IN" dirty="0"/>
          </a:p>
          <a:p>
            <a:r>
              <a:rPr lang="en-IN" dirty="0"/>
              <a:t>for (let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</a:t>
            </a:r>
            <a:r>
              <a:rPr lang="en-IN" dirty="0" err="1"/>
              <a:t>numbers.length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r>
              <a:rPr lang="en-IN" dirty="0"/>
              <a:t>    </a:t>
            </a:r>
            <a:r>
              <a:rPr lang="en-IN" dirty="0" err="1"/>
              <a:t>newArray.push</a:t>
            </a:r>
            <a:r>
              <a:rPr lang="en-IN" dirty="0"/>
              <a:t>(numbers[</a:t>
            </a:r>
            <a:r>
              <a:rPr lang="en-IN" dirty="0" err="1"/>
              <a:t>i</a:t>
            </a:r>
            <a:r>
              <a:rPr lang="en-IN" dirty="0"/>
              <a:t>] * 2);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console.log(</a:t>
            </a:r>
            <a:r>
              <a:rPr lang="en-IN" dirty="0" err="1"/>
              <a:t>newArray</a:t>
            </a:r>
            <a:r>
              <a:rPr lang="en-IN" dirty="0"/>
              <a:t>);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52B97AA-86C8-0C22-615A-33100D29B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640" y="4515184"/>
            <a:ext cx="21563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HOF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map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D380E-C3A7-3032-EB41-00477879F489}"/>
              </a:ext>
            </a:extLst>
          </p:cNvPr>
          <p:cNvSpPr txBox="1"/>
          <p:nvPr/>
        </p:nvSpPr>
        <p:spPr>
          <a:xfrm>
            <a:off x="1461303" y="5278441"/>
            <a:ext cx="46346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let numbers = [1, 2, 3, 4, 5];</a:t>
            </a:r>
          </a:p>
          <a:p>
            <a:r>
              <a:rPr lang="en-IN" dirty="0"/>
              <a:t>let result = </a:t>
            </a:r>
            <a:r>
              <a:rPr lang="en-IN" dirty="0" err="1"/>
              <a:t>numbers.map</a:t>
            </a:r>
            <a:r>
              <a:rPr lang="en-IN" dirty="0"/>
              <a:t>(n =&gt; n * 2);</a:t>
            </a:r>
          </a:p>
          <a:p>
            <a:r>
              <a:rPr lang="en-IN" dirty="0"/>
              <a:t>console.log(result);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C7907A-686A-576D-52F5-F3FD4FC2E559}"/>
              </a:ext>
            </a:extLst>
          </p:cNvPr>
          <p:cNvSpPr txBox="1"/>
          <p:nvPr/>
        </p:nvSpPr>
        <p:spPr>
          <a:xfrm>
            <a:off x="5431420" y="6201771"/>
            <a:ext cx="4430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Cleaner → easier → beginner-friendly.</a:t>
            </a:r>
          </a:p>
        </p:txBody>
      </p:sp>
    </p:spTree>
    <p:extLst>
      <p:ext uri="{BB962C8B-B14F-4D97-AF65-F5344CB8AC3E}">
        <p14:creationId xmlns:p14="http://schemas.microsoft.com/office/powerpoint/2010/main" val="1647325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Higher-Order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51A88-5F67-8F46-505B-D745C1C6D78C}"/>
              </a:ext>
            </a:extLst>
          </p:cNvPr>
          <p:cNvSpPr txBox="1"/>
          <p:nvPr/>
        </p:nvSpPr>
        <p:spPr>
          <a:xfrm>
            <a:off x="0" y="1505238"/>
            <a:ext cx="6186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Where Are Higher-Order Functions Used in JavaScript?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13C62-7155-90F6-DFFC-40C5F6264596}"/>
              </a:ext>
            </a:extLst>
          </p:cNvPr>
          <p:cNvSpPr txBox="1"/>
          <p:nvPr/>
        </p:nvSpPr>
        <p:spPr>
          <a:xfrm>
            <a:off x="0" y="2034637"/>
            <a:ext cx="61866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 Array Methods</a:t>
            </a:r>
          </a:p>
          <a:p>
            <a:r>
              <a:rPr lang="en-US" dirty="0"/>
              <a:t>These are the most common HOFs: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6162AD-2804-7061-FB24-BEBF6B00F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04624"/>
              </p:ext>
            </p:extLst>
          </p:nvPr>
        </p:nvGraphicFramePr>
        <p:xfrm>
          <a:off x="381965" y="2928395"/>
          <a:ext cx="10971836" cy="2754774"/>
        </p:xfrm>
        <a:graphic>
          <a:graphicData uri="http://schemas.openxmlformats.org/drawingml/2006/table">
            <a:tbl>
              <a:tblPr/>
              <a:tblGrid>
                <a:gridCol w="5485918">
                  <a:extLst>
                    <a:ext uri="{9D8B030D-6E8A-4147-A177-3AD203B41FA5}">
                      <a16:colId xmlns:a16="http://schemas.microsoft.com/office/drawing/2014/main" val="4153722223"/>
                    </a:ext>
                  </a:extLst>
                </a:gridCol>
                <a:gridCol w="5485918">
                  <a:extLst>
                    <a:ext uri="{9D8B030D-6E8A-4147-A177-3AD203B41FA5}">
                      <a16:colId xmlns:a16="http://schemas.microsoft.com/office/drawing/2014/main" val="2025966757"/>
                    </a:ext>
                  </a:extLst>
                </a:gridCol>
              </a:tblGrid>
              <a:tr h="479091">
                <a:tc>
                  <a:txBody>
                    <a:bodyPr/>
                    <a:lstStyle/>
                    <a:p>
                      <a:r>
                        <a:rPr lang="en-IN"/>
                        <a:t>HOF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What it does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115046"/>
                  </a:ext>
                </a:extLst>
              </a:tr>
              <a:tr h="838410">
                <a:tc>
                  <a:txBody>
                    <a:bodyPr/>
                    <a:lstStyle/>
                    <a:p>
                      <a:r>
                        <a:rPr lang="en-IN"/>
                        <a:t>map()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Creates a new array by applying a function to each 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119197"/>
                  </a:ext>
                </a:extLst>
              </a:tr>
              <a:tr h="479091">
                <a:tc>
                  <a:txBody>
                    <a:bodyPr/>
                    <a:lstStyle/>
                    <a:p>
                      <a:r>
                        <a:rPr lang="en-IN"/>
                        <a:t>filter()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Keeps only items that match a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426726"/>
                  </a:ext>
                </a:extLst>
              </a:tr>
              <a:tr h="479091">
                <a:tc>
                  <a:txBody>
                    <a:bodyPr/>
                    <a:lstStyle/>
                    <a:p>
                      <a:r>
                        <a:rPr lang="en-IN"/>
                        <a:t>reduce()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Combines all values into a single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701965"/>
                  </a:ext>
                </a:extLst>
              </a:tr>
              <a:tr h="479091">
                <a:tc>
                  <a:txBody>
                    <a:bodyPr/>
                    <a:lstStyle/>
                    <a:p>
                      <a:r>
                        <a:rPr lang="en-IN"/>
                        <a:t>forEach()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Runs a function for every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0920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396B196-269D-64CC-188D-940E8F7FA0F9}"/>
              </a:ext>
            </a:extLst>
          </p:cNvPr>
          <p:cNvSpPr txBox="1"/>
          <p:nvPr/>
        </p:nvSpPr>
        <p:spPr>
          <a:xfrm>
            <a:off x="3544746" y="6146685"/>
            <a:ext cx="6186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numbers.forEach</a:t>
            </a:r>
            <a:r>
              <a:rPr lang="en-IN" b="1" dirty="0"/>
              <a:t>(n =&gt; console.log(n));</a:t>
            </a:r>
          </a:p>
        </p:txBody>
      </p:sp>
    </p:spTree>
    <p:extLst>
      <p:ext uri="{BB962C8B-B14F-4D97-AF65-F5344CB8AC3E}">
        <p14:creationId xmlns:p14="http://schemas.microsoft.com/office/powerpoint/2010/main" val="4137567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Higher-Order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7CBD-6633-F49F-0DBF-29E3A5CCC5C2}"/>
              </a:ext>
            </a:extLst>
          </p:cNvPr>
          <p:cNvSpPr txBox="1"/>
          <p:nvPr/>
        </p:nvSpPr>
        <p:spPr>
          <a:xfrm>
            <a:off x="130215" y="1644133"/>
            <a:ext cx="6186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 Event Handling (Buttons, Clicks, Inputs)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0E06F7-CC81-D143-28C5-615E10C9828C}"/>
              </a:ext>
            </a:extLst>
          </p:cNvPr>
          <p:cNvSpPr txBox="1"/>
          <p:nvPr/>
        </p:nvSpPr>
        <p:spPr>
          <a:xfrm>
            <a:off x="1669648" y="2312427"/>
            <a:ext cx="61866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button.addEventListener</a:t>
            </a:r>
            <a:r>
              <a:rPr lang="en-IN" dirty="0"/>
              <a:t>("click", function() {</a:t>
            </a:r>
          </a:p>
          <a:p>
            <a:r>
              <a:rPr lang="en-IN" dirty="0"/>
              <a:t>    alert("You clicked!");</a:t>
            </a:r>
          </a:p>
          <a:p>
            <a:r>
              <a:rPr lang="en-IN" dirty="0"/>
              <a:t>});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34F2723-0F47-E521-0EEB-0D0E85F56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43" y="3556682"/>
            <a:ext cx="402225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addEventListener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HOF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accepts another function (callback)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817C2-47C2-E0A7-8561-8EBAC36732E4}"/>
              </a:ext>
            </a:extLst>
          </p:cNvPr>
          <p:cNvSpPr txBox="1"/>
          <p:nvPr/>
        </p:nvSpPr>
        <p:spPr>
          <a:xfrm>
            <a:off x="254643" y="4772766"/>
            <a:ext cx="6186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 Timers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A5F89C-9290-862F-E4A5-9F225BB6604A}"/>
              </a:ext>
            </a:extLst>
          </p:cNvPr>
          <p:cNvSpPr txBox="1"/>
          <p:nvPr/>
        </p:nvSpPr>
        <p:spPr>
          <a:xfrm>
            <a:off x="698340" y="5142098"/>
            <a:ext cx="65512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function </a:t>
            </a:r>
            <a:r>
              <a:rPr lang="en-IN" dirty="0" err="1"/>
              <a:t>sayHi</a:t>
            </a:r>
            <a:r>
              <a:rPr lang="en-IN" dirty="0"/>
              <a:t>()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console.log("Hi! Time's up.");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 err="1"/>
              <a:t>setTimeout</a:t>
            </a:r>
            <a:r>
              <a:rPr lang="en-IN" dirty="0"/>
              <a:t>(</a:t>
            </a:r>
            <a:r>
              <a:rPr lang="en-IN" dirty="0" err="1"/>
              <a:t>sayHi</a:t>
            </a:r>
            <a:r>
              <a:rPr lang="en-IN" dirty="0"/>
              <a:t>, 2000); // 2000 milliseconds = 2 seconds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AFE4FE8-EEF1-D64A-8946-618853F05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8025" y="5973095"/>
            <a:ext cx="383476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setTimeout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Higher-Order Function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takes a function that will run later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82EE2EA-64BE-E2DA-71D5-FDE6DE5CC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setTimeout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Higher-Order Function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takes a function that will run later</a:t>
            </a:r>
          </a:p>
        </p:txBody>
      </p:sp>
    </p:spTree>
    <p:extLst>
      <p:ext uri="{BB962C8B-B14F-4D97-AF65-F5344CB8AC3E}">
        <p14:creationId xmlns:p14="http://schemas.microsoft.com/office/powerpoint/2010/main" val="3367605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Higher-Order Function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82EE2EA-64BE-E2DA-71D5-FDE6DE5CC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setTimeout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Higher-Order Function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takes a function that will run later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91131-D11E-88D6-C87C-3239AB097255}"/>
              </a:ext>
            </a:extLst>
          </p:cNvPr>
          <p:cNvSpPr txBox="1"/>
          <p:nvPr/>
        </p:nvSpPr>
        <p:spPr>
          <a:xfrm>
            <a:off x="152400" y="1572224"/>
            <a:ext cx="6186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 Fetch / Promises / Async Programming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343E5-EF5A-B006-ABD4-4C9F63486999}"/>
              </a:ext>
            </a:extLst>
          </p:cNvPr>
          <p:cNvSpPr txBox="1"/>
          <p:nvPr/>
        </p:nvSpPr>
        <p:spPr>
          <a:xfrm>
            <a:off x="2722944" y="2292316"/>
            <a:ext cx="6186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fetch(</a:t>
            </a:r>
            <a:r>
              <a:rPr lang="en-IN" dirty="0" err="1"/>
              <a:t>url</a:t>
            </a:r>
            <a:r>
              <a:rPr lang="en-IN" dirty="0"/>
              <a:t>).then(response =&gt; </a:t>
            </a:r>
            <a:r>
              <a:rPr lang="en-IN" dirty="0" err="1"/>
              <a:t>response.json</a:t>
            </a:r>
            <a:r>
              <a:rPr lang="en-IN" dirty="0"/>
              <a:t>());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48A8FE71-9213-0C81-0E2A-733DE1FCA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60" y="3244333"/>
            <a:ext cx="71994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.then()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is a Higher-Order Function taking a callback. 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930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Array Higher-Order Function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8B4E11-9FA0-89E9-11B3-5E10F3C35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028" y="1471193"/>
            <a:ext cx="1196994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map()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 Transform each item → return a NEW array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of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map()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like a machine that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items.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you have 5 rupee coins and you want to convert them to 10 rupee coins, a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 machine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each coin.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5651D-790E-3D87-32EB-3AE6BFF2964E}"/>
              </a:ext>
            </a:extLst>
          </p:cNvPr>
          <p:cNvSpPr txBox="1"/>
          <p:nvPr/>
        </p:nvSpPr>
        <p:spPr>
          <a:xfrm>
            <a:off x="1921397" y="4272677"/>
            <a:ext cx="66178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let numbers = [1, 2, 3, 4];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let doubled =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numbers.map</a:t>
            </a:r>
            <a:r>
              <a:rPr lang="en-US" b="0" dirty="0">
                <a:effectLst/>
                <a:latin typeface="Consolas" panose="020B0609020204030204" pitchFamily="49" charset="0"/>
              </a:rPr>
              <a:t>(numbers=&gt;numbers * 2);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console.log(doubled); // [2, 4, 6, 8]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484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Array Higher-Order Function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1BA1F7-9131-4CBF-2AC2-8BBAC91F4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5395"/>
            <a:ext cx="921277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forEach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 Just loop through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Going through each student name and calling roll number — you don’t create a new list;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just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something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each student.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DBB63D-E53F-0397-658F-0905A797374D}"/>
              </a:ext>
            </a:extLst>
          </p:cNvPr>
          <p:cNvSpPr txBox="1"/>
          <p:nvPr/>
        </p:nvSpPr>
        <p:spPr>
          <a:xfrm>
            <a:off x="2236807" y="4770885"/>
            <a:ext cx="61866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  <a:latin typeface="Consolas" panose="020B0609020204030204" pitchFamily="49" charset="0"/>
              </a:rPr>
              <a:t>let fruits = ["apple", "banana", "mango"];</a:t>
            </a:r>
          </a:p>
          <a:p>
            <a:r>
              <a:rPr lang="en-IN" b="0" dirty="0" err="1">
                <a:effectLst/>
                <a:latin typeface="Consolas" panose="020B0609020204030204" pitchFamily="49" charset="0"/>
              </a:rPr>
              <a:t>fruits.forEach</a:t>
            </a:r>
            <a:r>
              <a:rPr lang="en-IN" b="0" dirty="0">
                <a:effectLst/>
                <a:latin typeface="Consolas" panose="020B0609020204030204" pitchFamily="49" charset="0"/>
              </a:rPr>
              <a:t>(ani);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function ani(item)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  console.log(item);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4868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Array Higher-Order Function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AF9071-6E98-C6BE-C9B8-C4E25EF31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04725"/>
            <a:ext cx="658385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filter()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only items that pass a condition → return NEW array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 sand with a sieve — only big stones remain.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FD505C-DE05-18AB-74B6-9A770C5DB05A}"/>
              </a:ext>
            </a:extLst>
          </p:cNvPr>
          <p:cNvSpPr txBox="1"/>
          <p:nvPr/>
        </p:nvSpPr>
        <p:spPr>
          <a:xfrm>
            <a:off x="1310833" y="4191357"/>
            <a:ext cx="61866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  <a:latin typeface="Consolas" panose="020B0609020204030204" pitchFamily="49" charset="0"/>
              </a:rPr>
              <a:t>let f = [23,56,77,89,34];</a:t>
            </a:r>
          </a:p>
          <a:p>
            <a:endParaRPr lang="en-IN" b="0" dirty="0"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let m=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f.filter</a:t>
            </a:r>
            <a:r>
              <a:rPr lang="en-IN" b="0" dirty="0">
                <a:effectLst/>
                <a:latin typeface="Consolas" panose="020B0609020204030204" pitchFamily="49" charset="0"/>
              </a:rPr>
              <a:t>(n=&gt;n&gt;50);</a:t>
            </a:r>
          </a:p>
          <a:p>
            <a:endParaRPr lang="en-IN" b="0" dirty="0"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console.log(m);</a:t>
            </a:r>
          </a:p>
        </p:txBody>
      </p:sp>
    </p:spTree>
    <p:extLst>
      <p:ext uri="{BB962C8B-B14F-4D97-AF65-F5344CB8AC3E}">
        <p14:creationId xmlns:p14="http://schemas.microsoft.com/office/powerpoint/2010/main" val="417013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Array Higher-Order Function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B1599C-DD55-A97B-4376-BB2A7FD2D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918" y="1539449"/>
            <a:ext cx="562205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reduce()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 Combine all values → return ONE 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Adding all coins in a box → one total amount.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BAA9C-A900-7B93-15D4-FB48E6822B4D}"/>
              </a:ext>
            </a:extLst>
          </p:cNvPr>
          <p:cNvSpPr txBox="1"/>
          <p:nvPr/>
        </p:nvSpPr>
        <p:spPr>
          <a:xfrm>
            <a:off x="2109486" y="4076404"/>
            <a:ext cx="61866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  <a:latin typeface="Consolas" panose="020B0609020204030204" pitchFamily="49" charset="0"/>
              </a:rPr>
              <a:t>let fruits = [3,6,7,9,4];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let m=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fruits.reduce</a:t>
            </a:r>
            <a:r>
              <a:rPr lang="en-US" b="0" dirty="0">
                <a:effectLst/>
                <a:latin typeface="Consolas" panose="020B0609020204030204" pitchFamily="49" charset="0"/>
              </a:rPr>
              <a:t>((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s,n</a:t>
            </a:r>
            <a:r>
              <a:rPr lang="en-US" b="0" dirty="0">
                <a:effectLst/>
                <a:latin typeface="Consolas" panose="020B0609020204030204" pitchFamily="49" charset="0"/>
              </a:rPr>
              <a:t>)=&gt;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s+n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console.log(m);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006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Array Higher-Order Function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7DA47-A1C2-15C1-993D-B9F140CD8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93" y="1584061"/>
            <a:ext cx="803565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4. sort()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 Sort items using a comparison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default, it sorts strings alphabetically.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numbers, we give a callback.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arrange books from short to tall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F61C7F-58F0-DB1A-818E-49F5C8C0437A}"/>
              </a:ext>
            </a:extLst>
          </p:cNvPr>
          <p:cNvSpPr txBox="1"/>
          <p:nvPr/>
        </p:nvSpPr>
        <p:spPr>
          <a:xfrm>
            <a:off x="124493" y="4950773"/>
            <a:ext cx="1008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With arrow function, sorting becomes super short and easy.</a:t>
            </a:r>
          </a:p>
        </p:txBody>
      </p:sp>
    </p:spTree>
    <p:extLst>
      <p:ext uri="{BB962C8B-B14F-4D97-AF65-F5344CB8AC3E}">
        <p14:creationId xmlns:p14="http://schemas.microsoft.com/office/powerpoint/2010/main" val="2145297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Array Higher-Order Function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22E1E3-0135-66A2-635E-9797A005A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494" y="1722263"/>
            <a:ext cx="3776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sort()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changes the original array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6F53F-88A7-7AB1-D086-2C433CF549A4}"/>
              </a:ext>
            </a:extLst>
          </p:cNvPr>
          <p:cNvSpPr txBox="1"/>
          <p:nvPr/>
        </p:nvSpPr>
        <p:spPr>
          <a:xfrm>
            <a:off x="350134" y="2665483"/>
            <a:ext cx="44649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  <a:latin typeface="Consolas" panose="020B0609020204030204" pitchFamily="49" charset="0"/>
              </a:rPr>
              <a:t>let numbers = [20, 5, 30, 10];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 err="1">
                <a:effectLst/>
                <a:latin typeface="Consolas" panose="020B0609020204030204" pitchFamily="49" charset="0"/>
              </a:rPr>
              <a:t>numbers.sort</a:t>
            </a:r>
            <a:r>
              <a:rPr lang="en-US" b="0" dirty="0">
                <a:effectLst/>
                <a:latin typeface="Consolas" panose="020B0609020204030204" pitchFamily="49" charset="0"/>
              </a:rPr>
              <a:t>((a, b) =&gt; a- b);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console.log(numbers);  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D9C08-0DF7-FC9E-8703-E14A8D9AF2B9}"/>
              </a:ext>
            </a:extLst>
          </p:cNvPr>
          <p:cNvSpPr txBox="1"/>
          <p:nvPr/>
        </p:nvSpPr>
        <p:spPr>
          <a:xfrm>
            <a:off x="5988934" y="2599759"/>
            <a:ext cx="44649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  <a:latin typeface="Consolas" panose="020B0609020204030204" pitchFamily="49" charset="0"/>
              </a:rPr>
              <a:t>let numbers = [20, 5, 30, 10];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 err="1">
                <a:effectLst/>
                <a:latin typeface="Consolas" panose="020B0609020204030204" pitchFamily="49" charset="0"/>
              </a:rPr>
              <a:t>numbers.sort</a:t>
            </a:r>
            <a:r>
              <a:rPr lang="en-US" b="0" dirty="0">
                <a:effectLst/>
                <a:latin typeface="Consolas" panose="020B0609020204030204" pitchFamily="49" charset="0"/>
              </a:rPr>
              <a:t>((a, b) =&gt; b- </a:t>
            </a:r>
            <a:r>
              <a:rPr lang="en-US" dirty="0">
                <a:latin typeface="Consolas" panose="020B0609020204030204" pitchFamily="49" charset="0"/>
              </a:rPr>
              <a:t>a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console.log(numbers);  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44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Array Higher-Order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108C6-4015-1F4D-C93D-7EC368FADCEC}"/>
              </a:ext>
            </a:extLst>
          </p:cNvPr>
          <p:cNvSpPr txBox="1"/>
          <p:nvPr/>
        </p:nvSpPr>
        <p:spPr>
          <a:xfrm>
            <a:off x="141789" y="1449348"/>
            <a:ext cx="61866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let names = ["Rohan", "Amit", "Sneha", "Ankit"];</a:t>
            </a:r>
          </a:p>
          <a:p>
            <a:endParaRPr lang="en-IN" dirty="0"/>
          </a:p>
          <a:p>
            <a:r>
              <a:rPr lang="en-IN" dirty="0" err="1"/>
              <a:t>names.sort</a:t>
            </a:r>
            <a:r>
              <a:rPr lang="en-IN" dirty="0"/>
              <a:t>((a, b) =&gt; </a:t>
            </a:r>
            <a:r>
              <a:rPr lang="en-IN" dirty="0" err="1"/>
              <a:t>a.localeCompare</a:t>
            </a:r>
            <a:r>
              <a:rPr lang="en-IN" dirty="0"/>
              <a:t>(b));</a:t>
            </a:r>
          </a:p>
          <a:p>
            <a:endParaRPr lang="en-IN" dirty="0"/>
          </a:p>
          <a:p>
            <a:r>
              <a:rPr lang="en-IN" dirty="0"/>
              <a:t>console.log(names);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// ["Amit", "Ankit", "Rohan", "Sneha"]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E2FE56-43DF-06DA-C71D-3124847B2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798" y="4876245"/>
            <a:ext cx="704898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array.sort((a, b) =&gt; a - b)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→ numbers ascending</a:t>
            </a: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array.sort((a, b) =&gt; b - a)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→ numbers descending</a:t>
            </a: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array.sort((a, b) =&gt; a.localeCompare(b))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→ strings A to Z</a:t>
            </a: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array.sort((a, b) =&gt; b.localeCompare(a))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→ strings Z to A</a:t>
            </a: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54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2589</TotalTime>
  <Words>1594</Words>
  <Application>Microsoft Office PowerPoint</Application>
  <PresentationFormat>Widescreen</PresentationFormat>
  <Paragraphs>304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 Unicode MS</vt:lpstr>
      <vt:lpstr>-apple-system</vt:lpstr>
      <vt:lpstr>Arial</vt:lpstr>
      <vt:lpstr>Calibri</vt:lpstr>
      <vt:lpstr>Calibri Light</vt:lpstr>
      <vt:lpstr>Consolas</vt:lpstr>
      <vt:lpstr>Quicksand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Pushplata Bagati</dc:creator>
  <cp:lastModifiedBy>DELL</cp:lastModifiedBy>
  <cp:revision>75</cp:revision>
  <dcterms:created xsi:type="dcterms:W3CDTF">2022-08-19T11:01:50Z</dcterms:created>
  <dcterms:modified xsi:type="dcterms:W3CDTF">2025-11-18T15:11:18Z</dcterms:modified>
</cp:coreProperties>
</file>